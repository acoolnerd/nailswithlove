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Boutique + Mobile Nail Service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plan — no guaranteed returns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at a glance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nail service offering manicure, pedicure and enhancements at home and by mobile appointment.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launch market; booking and deposits through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Lean home-boutique model before any storefront commitment.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brand and consistent Yesenia imagery create trust.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Startup target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break-even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Owner-pay break-even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and solution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and waiting time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appointment experiences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Unclear prices and add-ons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for privacy and convenience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 COP menu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with deposit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Hygiene visible to the client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 experience at home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 and revenue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Entry offer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Acrylic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from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Add-ons, travel and complexity are quoted before deposit.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Instagram/TikTok transformations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 Business conversion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partner placements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Referrals and maintenance reminders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offer: unique QR code + COP $10K qualifying first-visit credit.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Startup uses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Registration/legal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Training/biosecurity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Furniture/storage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kit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Brand/web/print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marketing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capital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 and break-even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Contribution/visit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overhead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B/E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B/E + owner pay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visits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$3.45M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$0.63M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visits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$5.75M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$2.22M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visits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$7.59M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$3.49M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owner compensation, tax, debt and reinvestment.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investment positions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Contribution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 cap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Pool share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SHARE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aggregate pool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target cap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months estimated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guaranteed. Legal and tax review required. Equity requires an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home boutique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fixed cost than a storefront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route to break-even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client experience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services expand the market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Storefront decision based on real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trigger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consecutive months near practical capacity, documented margins, cash reserve and validated neighborhood demand.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and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and property validation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paid launch appointments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appointments/month run rate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financial history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studio or expanded mobile capacity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and controls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Property/permits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Land-use and sanitation confirmation before clients.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Deposit, reminders and policy.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margins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Service-level costing and zone fees.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capacity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 limits and documented protocols.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Health event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Biosecurity, refusal rules and insurance review.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risk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S.A.S./written agreement and monthly reporting.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documented boutique business—before building expensive overhead.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planning draft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2026-07-13T09:26:02Z</dcterms:created>
  <dcterms:modified xsi:type="dcterms:W3CDTF">2026-07-13T09:26:02Z</dcterms:modified>
</cp:coreProperties>
</file>