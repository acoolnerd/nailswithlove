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Yesenia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Boutique + Mobile Nail Service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529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D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Presentation · Cali, Colombia</a:t>
            </a:r>
            <a:endParaRPr lang="en-US" sz="1100" dirty="0"/>
          </a:p>
        </p:txBody>
      </p:sp>
      <p:pic>
        <p:nvPicPr>
          <p:cNvPr id="6" name="Image 0" descr="/Users/ACoolNERD/Documents/NAILS with Love by YESENIA/launch-system-9.7/approved-yesenia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20040"/>
            <a:ext cx="4663440" cy="617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0350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plan — no guaranteed returns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PRESENTATION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557784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nail service offering manicure, pedicure and enhancements at home and by mobile appointment.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 launch market; booking and deposits through WhatsApp.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Lean home-boutique model before any storefront commitment.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brand and consistent Yesenia imagery create trust.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12280" y="141732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$15M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85432" y="19476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target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098280" y="141732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8972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$115K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71432" y="19476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ticket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12280" y="274320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23/mo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85432" y="327355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break-even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098280" y="274320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50/mo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71432" y="327355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Owner-pay break-even</a:t>
            </a:r>
            <a:endParaRPr lang="en-US" sz="850" dirty="0"/>
          </a:p>
        </p:txBody>
      </p:sp>
      <p:pic>
        <p:nvPicPr>
          <p:cNvPr id="18" name="Image 0" descr="/Users/ACoolNERD/Documents/NAILS with Love by YESENIA/launch-system-9.7/approved-first-visit-of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840480"/>
            <a:ext cx="2148840" cy="2514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solution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and waiting time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 appointment experiences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Unclear prices and add-ons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for privacy and convenience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120640" cy="4297680"/>
          </a:xfrm>
          <a:prstGeom prst="roundRect">
            <a:avLst/>
          </a:prstGeom>
          <a:solidFill>
            <a:srgbClr val="7A203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COP menu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with deposit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Hygiene visible to the client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Boutique experience at home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and revenue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offer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$55K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544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Semipermanent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$55–80K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5544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 + pedi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04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$105–150K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832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 X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$120–145K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32004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3832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Acrylic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0" y="3886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$135–165K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32004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3832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886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from $180K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Add-ons, travel and complexity are quoted before deposit.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55778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Instagram/TikTok transformations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Business conversion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partner placements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Referrals and maintenance reminders</a:t>
            </a:r>
            <a:endParaRPr lang="en-US" sz="1700" dirty="0"/>
          </a:p>
        </p:txBody>
      </p:sp>
      <p:pic>
        <p:nvPicPr>
          <p:cNvPr id="6" name="Image 0" descr="/Users/ACoolNERD/Documents/NAILS with Love by YESENIA/launch-system-9.7/approved-booking-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2651760" cy="4983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212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offer: unique QR code + COP $10K qualifying first-visit credit.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uses — COP $15M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Registration/legal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353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$650K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849086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665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Training/biosecurity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066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$1200K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039112"/>
            <a:ext cx="15675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Furniture/storage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779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$1800K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752344"/>
            <a:ext cx="23513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930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493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$1500K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465576"/>
            <a:ext cx="1959429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0624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4206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$650K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4178808"/>
            <a:ext cx="849086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9194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9194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$2600K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4892040"/>
            <a:ext cx="33963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353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kit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06840" y="1353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$750K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75520" y="1325880"/>
            <a:ext cx="9797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0665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Brand/web/print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2066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$1200K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75520" y="2039112"/>
            <a:ext cx="15675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Payments/software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06840" y="2779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$400K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75520" y="2752344"/>
            <a:ext cx="5225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4930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marketing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06840" y="3493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$900K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3465576"/>
            <a:ext cx="1175657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20624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06840" y="4206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$2500K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875520" y="4178808"/>
            <a:ext cx="32657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9194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06840" y="49194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$850K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75520" y="4892040"/>
            <a:ext cx="11103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 and break-even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$115K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ticket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$79.4K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9923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Contribution/visit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2064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9379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overhead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8835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B/E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50976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8291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B/E + owner pay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3154680"/>
            <a:ext cx="30632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429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visits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77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$3.45M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surplus $0.63M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3154680"/>
            <a:ext cx="3063240" cy="1691640"/>
          </a:xfrm>
          <a:prstGeom prst="roundRect">
            <a:avLst/>
          </a:prstGeom>
          <a:solidFill>
            <a:srgbClr val="7A203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29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visits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3977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$5.75M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surplus $2.22M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3154680"/>
            <a:ext cx="30632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429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 visits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3977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$7.59M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surplus $3.49M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53035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owner compensation, tax, debt and reinvestment.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investment positions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73152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Contribution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cap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Pool share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Founding Supporter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$1.5M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$1.8M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10.00%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Community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$2M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$2.4M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13.33%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Growth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$2.5M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$3M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16.67%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$4M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$4.8M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Launch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$5M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$6M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600200"/>
            <a:ext cx="2834640" cy="320040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SHARE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32520" y="2834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 aggregate pool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1.20× target cap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24–36 months estimated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guaranteed. Legal and tax review required. Equity requires an S.A.S.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home boutique first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fixed cost than a storefront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route to break-even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client experience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services expand the market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Storefront decision based on real demand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1417320"/>
            <a:ext cx="4297680" cy="347472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trigger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8660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consecutive months near practical capacity, documented margins, cash reserve and validated neighborhood demand.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and reporting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44168"/>
            <a:ext cx="411480" cy="41148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3258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and property validation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411480" cy="41148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1671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 paid launch appointments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026664"/>
            <a:ext cx="411480" cy="41148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2724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300837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appointments/month run rate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867912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6849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849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financial history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709160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097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469087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studio or expanded mobile capacity</a:t>
            </a:r>
            <a:endParaRPr lang="en-US" sz="1600" dirty="0"/>
          </a:p>
        </p:txBody>
      </p:sp>
      <p:pic>
        <p:nvPicPr>
          <p:cNvPr id="20" name="Image 0" descr="/Users/ACoolNERD/Documents/NAILS with Love by YESENIA/launch-system-9.7/approved-yesenia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234440"/>
            <a:ext cx="2423160" cy="4983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and controls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Property/permits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23160" y="132588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Land-use and sanitation confirmation before clients.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No-shows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132588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Deposit, reminders and policy.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margins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2316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Service-level costing and zone fees.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capacity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 limits and documented protocols.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event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23160" y="41605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Biosecurity, refusal rules and insurance review.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41605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S.A.S./written agreement and monthly reporting.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documented boutique business—before building expensive overhead.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 by Yesenia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+57 310 848 6630 · @nailswithlove.yesenia · CALI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1920240" cy="1920240"/>
          </a:xfrm>
          <a:prstGeom prst="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D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planning draft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Nails with Love by Yesenia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Nails with Love by Yesenia</dc:creator>
  <cp:lastModifiedBy>Nails with Love by Yesenia</cp:lastModifiedBy>
  <cp:revision>1</cp:revision>
  <dcterms:created xsi:type="dcterms:W3CDTF">2026-07-13T08:33:57Z</dcterms:created>
  <dcterms:modified xsi:type="dcterms:W3CDTF">2026-07-13T08:33:57Z</dcterms:modified>
</cp:coreProperties>
</file>