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627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Yesenia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Boutique + Mobile Nail Service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5292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D8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Presentation · Cali, Colombia</a:t>
            </a:r>
            <a:endParaRPr lang="en-US" sz="1100" dirty="0"/>
          </a:p>
        </p:txBody>
      </p:sp>
      <p:pic>
        <p:nvPicPr>
          <p:cNvPr id="6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320040"/>
            <a:ext cx="4663440" cy="6172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603504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plan — no guaranteed returns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PRESENTATION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at a glance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57784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 nail service offering manicure, pedicure and enhancements at home and by mobile appointment.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 launch market; booking and deposits through WhatsApp.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Lean home-boutique model before any storefront commitment.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 brand and consistent Yesenia imagery create trust.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12280" y="141732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03720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$15M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85432" y="194767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Startup target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9098280" y="141732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89720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$115K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ticket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812280" y="274320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03720" y="2880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23/mo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885432" y="327355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break-even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098280" y="274320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89720" y="2880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50/mo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171432" y="327355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Owner-pay break-even</a:t>
            </a:r>
            <a:endParaRPr lang="en-US" sz="850" dirty="0"/>
          </a:p>
        </p:txBody>
      </p:sp>
      <p:pic>
        <p:nvPicPr>
          <p:cNvPr id="18" name="Image 0" descr="/Users/ACoolNERD/Documents/NAILS with Love by YESENIA/launch-system-9.7/approved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840480"/>
            <a:ext cx="2148840" cy="25146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and solution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512064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916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Travel and waiting time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Inconsistent appointment experiences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3611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Unclear prices and add-ons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97280" y="4297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 for privacy and convenience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5120640" cy="429768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6916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76656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Clear COP menu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76656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Booking with deposit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766560" y="3611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Hygiene visible to the client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766560" y="4297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Boutique experience at home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Services and revenue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Entry offer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$55K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Semipermanent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$55–80K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Mani + pedi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32104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$105–150K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Gel X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$120–145K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8912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Acrylic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7200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$135–165K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2104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from $180K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54406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Add-ons, travel and complexity are quoted before deposit.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Go-to-market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71600"/>
            <a:ext cx="557784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Instagram/TikTok transformations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 Business conversion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 partner placements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Referrals and maintenance reminders</a:t>
            </a:r>
            <a:endParaRPr lang="en-US" sz="1700" dirty="0"/>
          </a:p>
        </p:txBody>
      </p:sp>
      <p:pic>
        <p:nvPicPr>
          <p:cNvPr id="6" name="Image 0" descr="/Users/ACoolNERD/Documents/NAILS with Love by YESENIA/launch-system-9.7/approved-booking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234440"/>
            <a:ext cx="2651760" cy="4983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2120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 offer: unique QR code + COP $10K qualifying first-visit credit.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Startup uses — COP $15M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5331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Registration/legal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383280" y="13533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$650K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51960" y="1325880"/>
            <a:ext cx="849086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066544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Training/biosecurity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0" y="20665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$1200K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2039112"/>
            <a:ext cx="15675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779776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Furniture/storage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77977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$1800K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51960" y="2752344"/>
            <a:ext cx="23513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493008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83280" y="3493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$1500K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51960" y="3465576"/>
            <a:ext cx="1959429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206240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Sanitation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4206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$650K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4178808"/>
            <a:ext cx="849086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91947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83280" y="49194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$2600K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51960" y="4892040"/>
            <a:ext cx="33963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135331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 kit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006840" y="13533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$750K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875520" y="1325880"/>
            <a:ext cx="9797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2066544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Brand/web/print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20665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$1200K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875520" y="2039112"/>
            <a:ext cx="15675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2779776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Payments/software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006840" y="277977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$400K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875520" y="2752344"/>
            <a:ext cx="5225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3493008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marketing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006840" y="3493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$900K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875520" y="3465576"/>
            <a:ext cx="1175657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4206240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 capital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006840" y="4206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$2500K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875520" y="4178808"/>
            <a:ext cx="32657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491947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006840" y="49194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$850K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875520" y="4892040"/>
            <a:ext cx="11103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economics and break-even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$115K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467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ticket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92608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$79.4K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99923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Contribution/visit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12064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$1.75M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19379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overhead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31520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0664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38835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B/E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50976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8291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B/E + owner pay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14400" y="3154680"/>
            <a:ext cx="306324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visits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728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$3.45M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surplus $0.63M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3154680"/>
            <a:ext cx="3063240" cy="169164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visits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80060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$5.75M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surplus $2.22M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321040" y="3154680"/>
            <a:ext cx="306324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 visits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50392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$7.59M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surplus $3.49M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828800" y="530352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owner compensation, tax, debt and reinvestment.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investment positions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71600"/>
          <a:ext cx="7315200" cy="384048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Position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Contribution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 cap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Pool share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Founding Supporter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$1.5M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$1.8M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10.00%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Community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$2.4M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13.33%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Growth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$2.5M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$3M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16.67%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Lead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$4M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$4.8M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26.67%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Launch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$6M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600200"/>
            <a:ext cx="2834640" cy="320040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3252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SHARE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732520" y="28346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 aggregate pool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1.20× target cap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24–36 months estimated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5623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guaranteed. Legal and tax review required. Equity requires an S.A.S.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 home boutique first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fixed cost than a storefront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route to break-even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client experience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 services expand the market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Storefront decision based on real demand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92240" y="1417320"/>
            <a:ext cx="4297680" cy="347472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95160" y="1783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 trigger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086600" y="2514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consecutive months near practical capacity, documented margins, cash reserve and validated neighborhood demand.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Milestones and reporting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44168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44752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32588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Legal and property validation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28600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508760" y="216712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20–30 paid launch appointments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3026664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127248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508760" y="300837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appointments/month run rate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3867912"/>
            <a:ext cx="411480" cy="4114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968496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08760" y="384962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Documented financial history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4709160"/>
            <a:ext cx="411480" cy="4114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09744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08760" y="469087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Evaluate studio or expanded mobile capacity</a:t>
            </a:r>
            <a:endParaRPr lang="en-US" sz="1600" dirty="0"/>
          </a:p>
        </p:txBody>
      </p:sp>
      <p:pic>
        <p:nvPicPr>
          <p:cNvPr id="20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234440"/>
            <a:ext cx="2423160" cy="498348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Risks and controls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Property/permits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423160" y="132588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Land-use and sanitation confirmation before clients.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63640" y="1325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No-shows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0" y="132588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Deposit, reminders and policy.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margins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42316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Service-level costing and zone fees.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7432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capacity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0467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 limits and documented protocols.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4160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Health event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423160" y="416052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Biosecurity, refusal rules and insurance review.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4160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risk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046720" y="416052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S.A.S./written agreement and monthly reporting.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documented boutique business—before building expensive overhead.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 by Yesenia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914400" y="379476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+57 310 848 6630 · @nailswithlove.yesenia · CALI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1920240" cy="1920240"/>
          </a:xfrm>
          <a:prstGeom prst="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06840" y="2651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6035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ED8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Confidential planning draft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Nails with Love by Yesenia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Nails with Love by Yesenia</dc:creator>
  <cp:lastModifiedBy>Nails with Love by Yesenia</cp:lastModifiedBy>
  <cp:revision>1</cp:revision>
  <dcterms:created xsi:type="dcterms:W3CDTF">2026-07-13T08:46:30Z</dcterms:created>
  <dcterms:modified xsi:type="dcterms:W3CDTF">2026-07-13T08:46:30Z</dcterms:modified>
</cp:coreProperties>
</file>