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A20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Uñas hechas con amor,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 la comodidad de tu hogar.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 · Cali</a:t>
            </a:r>
            <a:endParaRPr lang="en-US" sz="1700" dirty="0"/>
          </a:p>
        </p:txBody>
      </p:sp>
      <p:pic>
        <p:nvPicPr>
          <p:cNvPr id="4" name="Image 0" descr="/Users/ACoolNERD/Documents/NAILS with Love by YESENIA/launch-system-9.7/approved-yesenia-portra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320040"/>
            <a:ext cx="4617720" cy="6217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Conoce a Yesenia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pic>
        <p:nvPicPr>
          <p:cNvPr id="5" name="Image 0" descr="/Users/ACoolNERD/Documents/NAILS with Love by YESENIA/launch-system-9.7/approved-yesenia-portra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3931920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212080" y="155448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Atención personalizada · Higiene visible · Diseños a tu estilo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303520" y="2651760"/>
            <a:ext cx="5212080" cy="2560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Servicio boutique en casa y a domicilio.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Precios y adicionales confirmados antes del anticipo.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Reserva sencilla por WhatsApp.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Cuidados y recordatorio de mantenimiento.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de servicios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Servicios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325880"/>
            <a:ext cx="50749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54480"/>
            <a:ext cx="4709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Manicure clásico y semipermanente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63640" y="1325880"/>
            <a:ext cx="50749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554480"/>
            <a:ext cx="4709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Pedicure clásico y semipermanente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404872"/>
            <a:ext cx="50749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633472"/>
            <a:ext cx="4709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Rubber/base builder y nivelación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63640" y="2404872"/>
            <a:ext cx="50749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2633472"/>
            <a:ext cx="4709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Gel X / soft gel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483864"/>
            <a:ext cx="50749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712464"/>
            <a:ext cx="4709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Acrílico y mantenimiento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63640" y="3483864"/>
            <a:ext cx="50749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3712464"/>
            <a:ext cx="4709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Nail art, French, chrome y cat-eye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562856"/>
            <a:ext cx="50749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791456"/>
            <a:ext cx="4709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Retiros, reparaciones y largos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63640" y="4562856"/>
            <a:ext cx="50749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4791456"/>
            <a:ext cx="4709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Novias, grupos y eventos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de servicios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Precios destacados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05740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60020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$55.000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04672" y="1993392"/>
            <a:ext cx="1911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Primera cita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063240" y="1463040"/>
            <a:ext cx="205740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54680" y="160020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$55–80K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136392" y="1993392"/>
            <a:ext cx="1911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Semipermanente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394960" y="1463040"/>
            <a:ext cx="205740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0" y="160020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$105–150K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68112" y="1993392"/>
            <a:ext cx="1911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Mani + pedi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726680" y="1463040"/>
            <a:ext cx="205740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18120" y="160020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$120–145K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799832" y="1993392"/>
            <a:ext cx="1911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Gel X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097280" y="310896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Arte, retiro, largo, reparación y domicilio fuera de zona se cotizan por separado.</a:t>
            </a:r>
            <a:endParaRPr lang="en-US" sz="2200" dirty="0"/>
          </a:p>
        </p:txBody>
      </p:sp>
      <p:pic>
        <p:nvPicPr>
          <p:cNvPr id="18" name="Image 0" descr="/Users/ACoolNERD/Documents/NAILS with Love by YESENIA/launch-system-9.7/approved-first-visit-off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3886200"/>
            <a:ext cx="2331720" cy="256032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de servicios</a:t>
            </a:r>
            <a:endParaRPr lang="en-US" sz="700" dirty="0"/>
          </a:p>
        </p:txBody>
      </p:sp>
      <p:sp>
        <p:nvSpPr>
          <p:cNvPr id="20" name="Text 17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Cómo reservar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80160" y="1508760"/>
            <a:ext cx="594360" cy="594360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682496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46888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Elige servicio o envía referencia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11880" y="1508760"/>
            <a:ext cx="594360" cy="594360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1682496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880360" y="246888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Comparte barrio, fecha y horario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43600" y="1508760"/>
            <a:ext cx="594360" cy="594360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0" y="1682496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212080" y="246888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Recibe cotización completa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75320" y="1508760"/>
            <a:ext cx="594360" cy="5943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75320" y="1682496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543800" y="246888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Confirma con anticipo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607040" y="1508760"/>
            <a:ext cx="594360" cy="5943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07040" y="1682496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875520" y="246888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Recibe recordatorio y cuidados</a:t>
            </a:r>
            <a:endParaRPr lang="en-US" sz="1400" dirty="0"/>
          </a:p>
        </p:txBody>
      </p:sp>
      <p:pic>
        <p:nvPicPr>
          <p:cNvPr id="20" name="Image 0" descr="/Users/ACoolNERD/Documents/NAILS with Love by YESENIA/launch-system-9.7/approved-booking-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3703320"/>
            <a:ext cx="2148840" cy="274320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de servicios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 tu cita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41732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Primera cita boutique</a:t>
            </a:r>
            <a:endParaRPr lang="en-US" sz="2700" dirty="0"/>
          </a:p>
          <a:p>
            <a:pPr algn="ctr" indent="0" marL="0">
              <a:buNone/>
            </a:pPr>
            <a:r>
              <a:rPr lang="en-US" sz="2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Manicure semipermanente + diseño sencillo</a:t>
            </a:r>
            <a:endParaRPr lang="en-US" sz="2700" dirty="0"/>
          </a:p>
          <a:p>
            <a:pPr algn="ctr" indent="0" marL="0">
              <a:buNone/>
            </a:pPr>
            <a:r>
              <a:rPr lang="en-US" sz="2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 $55.000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7863840" y="1554480"/>
            <a:ext cx="2194560" cy="2194560"/>
          </a:xfrm>
          <a:prstGeom prst="rect">
            <a:avLst/>
          </a:prstGeom>
          <a:solidFill>
            <a:srgbClr val="FBEEE6"/>
          </a:solidFill>
          <a:ln w="12700">
            <a:solidFill>
              <a:srgbClr val="7A203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83880" y="22860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WHATSAPP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920240" y="4389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+57 310 848 6630 · @nailswithlove.yesenia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Cali · Consulta cobertura y disponibilidad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0" y="553212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Clientes nuevas · Retiro y desplazamiento fuera de zona no incluidos.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de servicios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Nails with Love by Yesenia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Nails with Love by Yesenia</dc:creator>
  <cp:lastModifiedBy>Nails with Love by Yesenia</cp:lastModifiedBy>
  <cp:revision>1</cp:revision>
  <dcterms:created xsi:type="dcterms:W3CDTF">2026-07-13T09:26:02Z</dcterms:created>
  <dcterms:modified xsi:type="dcterms:W3CDTF">2026-07-13T09:26:02Z</dcterms:modified>
</cp:coreProperties>
</file>