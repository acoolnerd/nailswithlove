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Uñas hechas con amor,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la comodidad de tu hogar.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 · Cali</a:t>
            </a:r>
            <a:endParaRPr lang="en-US" sz="1700" dirty="0"/>
          </a:p>
        </p:txBody>
      </p:sp>
      <p:pic>
        <p:nvPicPr>
          <p:cNvPr id="4" name="Image 0" descr="/Users/ACoolNERD/Documents/NAILS with Love by YESENIA/launch-system-9.7/approved-yesenia-portra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320040"/>
            <a:ext cx="461772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Conoce a Yesenia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pic>
        <p:nvPicPr>
          <p:cNvPr id="5" name="Image 0" descr="/Users/ACoolNERD/Documents/NAILS with Love by YESENIA/launch-system-9.7/approved-yesenia-portra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93192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1554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Atención personalizada · Higiene visible · Diseños a tu estilo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303520" y="2651760"/>
            <a:ext cx="52120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boutique en casa y a domicilio.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Precios y adicionales confirmados antes del anticipo.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 sencilla por WhatsApp.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Cuidados y recordatorio de mantenimiento.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de servicios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Manicure clásico y semipermanente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554480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Pedicure clásico y semipermanente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404872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33472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Rubber/base builder y nivelación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404872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33472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 X / soft gel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483864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12464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Acrílico y mantenimiento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3483864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712464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Nail art, French, chrome y cat-eye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562856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91456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Retiros, reparaciones y largos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4562856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C7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791456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Novias, grupos y eventos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de servicios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Precios destacados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05740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$55.000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199339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cita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63240" y="1463040"/>
            <a:ext cx="205740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$55–80K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36392" y="199339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Semipermanente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94960" y="1463040"/>
            <a:ext cx="205740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$105–150K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68112" y="199339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 + pedi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26680" y="1463040"/>
            <a:ext cx="2057400" cy="8686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$120–145K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99832" y="199339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22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 X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Arte, retiro, largo, reparación y domicilio fuera de zona se cotizan por separado.</a:t>
            </a:r>
            <a:endParaRPr lang="en-US" sz="2200" dirty="0"/>
          </a:p>
        </p:txBody>
      </p:sp>
      <p:pic>
        <p:nvPicPr>
          <p:cNvPr id="18" name="Image 0" descr="/Users/ACoolNERD/Documents/NAILS with Love by YESENIA/launch-system-9.7/approved-first-visit-off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3886200"/>
            <a:ext cx="2331720" cy="2560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de servicios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reservar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508760"/>
            <a:ext cx="594360" cy="594360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68249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Elige servicio o envía referencia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1508760"/>
            <a:ext cx="594360" cy="594360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68249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2468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Comparte barrio, fecha y horario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1508760"/>
            <a:ext cx="594360" cy="594360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68249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468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Recibe cotización completa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75320" y="1508760"/>
            <a:ext cx="594360" cy="5943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68249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43800" y="2468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 con anticipo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07040" y="1508760"/>
            <a:ext cx="594360" cy="5943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0" y="168249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0" y="24688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Recibe recordatorio y cuidados</a:t>
            </a:r>
            <a:endParaRPr lang="en-US" sz="1400" dirty="0"/>
          </a:p>
        </p:txBody>
      </p:sp>
      <p:pic>
        <p:nvPicPr>
          <p:cNvPr id="20" name="Image 0" descr="/Users/ACoolNERD/Documents/NAILS with Love by YESENIA/launch-system-9.7/approved-booking-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3703320"/>
            <a:ext cx="2148840" cy="2743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de servicios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 WITH LOVE BY YESENIA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tu cita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Primera cita boutique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Manicure semipermanente + diseño sencillo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 $55.000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863840" y="1554480"/>
            <a:ext cx="2194560" cy="2194560"/>
          </a:xfrm>
          <a:prstGeom prst="rect">
            <a:avLst/>
          </a:prstGeom>
          <a:solidFill>
            <a:srgbClr val="FBEEE6"/>
          </a:solidFill>
          <a:ln w="12700">
            <a:solidFill>
              <a:srgbClr val="7A20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2286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4389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+57 310 848 6630 · @nailswithlove.yesenia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A14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 · Consulta cobertura y disponibilidad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55321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nuevas · Retiro y desplazamiento fuera de zona no incluidos.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565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de servicios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106424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Nails with Love by Yesenia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Nails with Love by Yesenia</dc:creator>
  <cp:lastModifiedBy>Nails with Love by Yesenia</cp:lastModifiedBy>
  <cp:revision>1</cp:revision>
  <dcterms:created xsi:type="dcterms:W3CDTF">2026-07-13T08:33:58Z</dcterms:created>
  <dcterms:modified xsi:type="dcterms:W3CDTF">2026-07-13T08:33:58Z</dcterms:modified>
</cp:coreProperties>
</file>