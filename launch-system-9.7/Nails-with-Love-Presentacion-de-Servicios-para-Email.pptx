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Uñas hechas con amor,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la comodidad de tu hogar.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 · Cali</a:t>
            </a:r>
            <a:endParaRPr lang="en-US" sz="1700" dirty="0"/>
          </a:p>
        </p:txBody>
      </p:sp>
      <p:pic>
        <p:nvPicPr>
          <p:cNvPr id="4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1772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Conoce a Yesenia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pic>
        <p:nvPicPr>
          <p:cNvPr id="5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93192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0" y="15544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Atención personalizada · Higiene visible · Diseños a tu estilo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303520" y="2651760"/>
            <a:ext cx="521208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boutique en casa y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y adicionales confirmados antes del anticipo.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 sencilla por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Cuidados y recordatorio de mantenimiento.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Servicios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Manicure clásico y semipermanente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554480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Pedicure clásico y semipermanente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04872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633472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Rubber/base builder y nivelación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63640" y="2404872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33472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 / soft gel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83864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712464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Acrílico y mantenimiento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3483864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712464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 art, French, chrome y cat-eye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62856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91456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Retiros, reparaciones y largos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4562856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4791456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Novias, grupos y eventos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Precios destacados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$55.000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cita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06324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5468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$55–80K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13639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Semipermanente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39496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$105–150K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6811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 + pedi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2668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1812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$120–145K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79983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Gel X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97280" y="31089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Arte, retiro, largo, reparación y domicilio fuera de zona se cotizan por separado.</a:t>
            </a:r>
            <a:endParaRPr lang="en-US" sz="220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3886200"/>
            <a:ext cx="2331720" cy="2560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reservar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Elige servicio o envía referencia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8036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Comparte barrio, fecha y horario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1208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Recibe cotización completa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75320" y="1508760"/>
            <a:ext cx="594360" cy="5943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54380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 con anticipo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607040" y="1508760"/>
            <a:ext cx="594360" cy="5943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87552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Recibe recordatorio y cuidados</a:t>
            </a:r>
            <a:endParaRPr lang="en-US" sz="1400" dirty="0"/>
          </a:p>
        </p:txBody>
      </p:sp>
      <p:pic>
        <p:nvPicPr>
          <p:cNvPr id="20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3703320"/>
            <a:ext cx="2148840" cy="27432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tu cita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 boutique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Manicure semipermanente + diseño sencillo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863840" y="1554480"/>
            <a:ext cx="2194560" cy="219456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83880" y="22860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20240" y="4389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 · Consulta cobertura y disponibilidad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0" y="55321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nuevas · Retiro y desplazamiento fuera de zona no incluidos.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2026-07-13T08:46:30Z</dcterms:created>
  <dcterms:modified xsi:type="dcterms:W3CDTF">2026-07-13T08:46:30Z</dcterms:modified>
</cp:coreProperties>
</file>