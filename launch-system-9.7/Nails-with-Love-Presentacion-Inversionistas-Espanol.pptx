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Boutique en casa + Servicio móvil de uñas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5292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inversionistas · Cali, Colombia</a:t>
            </a:r>
            <a:endParaRPr lang="en-US" sz="1100" dirty="0"/>
          </a:p>
        </p:txBody>
      </p:sp>
      <p:pic>
        <p:nvPicPr>
          <p:cNvPr id="6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63440" cy="617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0350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ilustrativo — rentabilidad no garantizada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INVERSIONISTAS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 en una mirada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5778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personal de manicure, pedicure y extensiones en casa y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 Cali; reservas y anticipos por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liviano antes de asumir un local.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personal e imagen consistente de Yesenia generan confianza.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$15M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85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Inversión inicial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098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89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$115K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promedio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85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operativo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98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50/mo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71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+ pago dueña</a:t>
            </a:r>
            <a:endParaRPr lang="en-US" sz="85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840480"/>
            <a:ext cx="2148840" cy="2514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y solución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Traslados y tiempos de espera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Experiencias poco consistentes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Precios y adicionales poco claros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Demanda de privacidad y comodidad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Menú claro en COP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 con anticipo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6656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Higiene visible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7665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 boutique en casa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 e ingresos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Oferta entrada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Semipermanente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$55–80K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 + pedi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2104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$105–150K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$120–145K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Acrílico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$135–165K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desde $180K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Adicionales, domicilio y complejidad se cotizan antes del anticipo.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comercial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5778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Transformaciones en Instagram/TikTok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Conversión por WhatsApp Business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en comercios aliados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 y recordatorios de mantenimiento</a:t>
            </a:r>
            <a:endParaRPr lang="en-US" sz="1700" dirty="0"/>
          </a:p>
        </p:txBody>
      </p:sp>
      <p:pic>
        <p:nvPicPr>
          <p:cNvPr id="6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2651760" cy="4983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Oferta a aliados: QR único + crédito COP $10K en primera visita elegible.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fondos — COP $15M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Registro/legal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Formación/bioseguridad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Muebles/almacenamiento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$1800K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752344"/>
            <a:ext cx="23513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$1500K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3465576"/>
            <a:ext cx="1959429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Sanidad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178808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$2600K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4892040"/>
            <a:ext cx="3396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móvil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0684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$750K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325880"/>
            <a:ext cx="979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Marca/web/impresos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Pagos/software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$400K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2752344"/>
            <a:ext cx="5225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Marketing lanzamiento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684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$900K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75520" y="3465576"/>
            <a:ext cx="1175657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de trabajo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$2500K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875520" y="4178808"/>
            <a:ext cx="3265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$850K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875520" y="4892040"/>
            <a:ext cx="1110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Economía por cita y punto de equilibrio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$115K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promedio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$79.4K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923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Contribución/cita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2064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$1.75M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9379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Overhead fijo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8835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operativo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50976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8291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+ dueña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citas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$3,45M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$0,63M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3154680"/>
            <a:ext cx="306324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citas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0060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$5,75M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$2,22M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citas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0392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$7,59M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$3,49M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28800" y="53035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remuneración, impuestos, deuda y reinversión.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posiciones de inversión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73152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Posición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Aporte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Tope objetivo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Participación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Founding Supporter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10.00%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Community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Growth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$3M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Launch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$6M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2834640" cy="32004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ILUSTRATIVA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834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 grupo total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1.20× tope objetivo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24–36 meses estimados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garantizado. Revisión legal/tributaria. Capital accionario requiere S.A.S.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boutique en casa primero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costo fijo que un local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más rápida al equilibrio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controlada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Domicilio amplía el mercado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futuro basado en demanda real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417320"/>
            <a:ext cx="4297680" cy="347472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Señal para expandir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meses consecutivos cerca de capacidad, márgenes documentados, reserva de caja y demanda validada por zona.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Hitos e informes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Validación legal y del predio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citas pagadas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026664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2724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00837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Ritmo de 50 citas/mes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6849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Historial financiero documentado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97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Evaluar estudio o expansión móvil</a:t>
            </a:r>
            <a:endParaRPr lang="en-US" sz="1600" dirty="0"/>
          </a:p>
        </p:txBody>
      </p:sp>
      <p:pic>
        <p:nvPicPr>
          <p:cNvPr id="20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234440"/>
            <a:ext cx="2423160" cy="4983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controles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Predio/permisos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del suelo y sanidad antes de clientas.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No-shows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Anticipo, recordatorios y política.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Margen bajo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Costeo por servicio y zona.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Límites de agenda y protocolos.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 sanitario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Bioseguridad, rechazo y seguro.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inversión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S.A.S./contrato e informe mensual.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Construir primero un negocio boutique documentado—antes de asumir overhead costoso.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914400" y="3794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 · CALI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0684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Borrador confidencial de planeación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2026-07-13T08:46:30Z</dcterms:created>
  <dcterms:modified xsi:type="dcterms:W3CDTF">2026-07-13T08:46:30Z</dcterms:modified>
</cp:coreProperties>
</file>