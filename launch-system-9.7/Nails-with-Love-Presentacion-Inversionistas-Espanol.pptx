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Boutique en casa + Servicio móvil de uñas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ilustrativo — rentabilidad no garantizada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INVERSIONISTAS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 en una mirada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personal de manicure, pedicure y extensiones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 Cali; reservas y anticipos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 antes de asumir un local.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personal e imagen consistente de Yesenia generan confianza.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inicial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pago dueña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y solución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 y tiempos de espera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Experiencias poco consistentes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y adicionales poco claros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de privacidad y comodidad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claro en COP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 con anticipo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Higiene visible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 boutique en casa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 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entrada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desde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Adicionales, domicilio y complejidad se cotizan antes del anticipo.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Transformaciones en Instagram/TikTok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 por WhatsApp Business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en comercios aliados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 y recordatorios de mantenimiento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Oferta a aliados: QR único + crédito COP $10K en primera visita elegible.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fondos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Formación/bioseguridad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Muebles/almacenamiento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Sanidad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móvil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Marca/web/impresos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Pagos/software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Marketing lanzamiento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Economía por cita y punto de equilibrio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promedio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Contribución/cita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Overhead fijo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operativo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Equilibrio + dueña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citas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$3,45M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$0,63M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citas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$5,75M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$2,22M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citas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Ingresos $7,59M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$3,49M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remuneración, impuestos, deuda y reinversión.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posiciones de inversión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Aporte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Tope objetivo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Participación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ILUSTRATIVA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grupo total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tope objetivo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meses estimados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garantizado. Revisión legal/tributaria. Capital accionario requiere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boutique en casa primero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costo fijo que un local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más rápida al equilibrio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controlada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Domicilio amplía el mercado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futuro basado en demanda real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Señal para expandir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meses consecutivos cerca de capacidad, márgenes documentados, reserva de caja y demanda validada por zona.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e informes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Validación legal y del predio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citas pagadas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Ritmo de 50 citas/mes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Historial financiero documentado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Evaluar estudio o expansión móvil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Predio/permisos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del suelo y sanidad antes de clientas.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recordatorios y política.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Margen bajo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 y zona.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Límites de agenda y protocolos.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 sanitario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Bioseguridad, rechazo y seguro.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inversión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S.A.S./contrato e informe mensual.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inversionistas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Construir primero un negocio boutique documentado—antes de asumir overhead costoso.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Borrador confidencial de planeación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2026-07-13T09:26:02Z</dcterms:created>
  <dcterms:modified xsi:type="dcterms:W3CDTF">2026-07-13T09:26:02Z</dcterms:modified>
</cp:coreProperties>
</file>