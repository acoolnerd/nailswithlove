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A20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Nails with Love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6276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Yesenia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Boutique en casa + Servicio móvil de uñas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852928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D8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inversionistas · Cali, Colombia</a:t>
            </a:r>
            <a:endParaRPr lang="en-US" sz="1100" dirty="0"/>
          </a:p>
        </p:txBody>
      </p:sp>
      <p:pic>
        <p:nvPicPr>
          <p:cNvPr id="6" name="Image 0" descr="/Users/ACoolNERD/Documents/NAILS with Love by YESENIA/launch-system-9.7/approved-yesenia-portra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320040"/>
            <a:ext cx="4663440" cy="6172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6035040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ilustrativo — rentabilidad no garantizada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INVERSIONISTAS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Negocio en una mirada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5577840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Servicio personal de manicure, pedicure y extensiones en casa y a domicilio.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Mercado inicial Cali; reservas y anticipos por WhatsApp.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liviano antes de asumir un local.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Marca personal e imagen consistente de Yesenia generan confianza.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812280" y="1417320"/>
            <a:ext cx="196596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03720" y="15544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 $15M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85432" y="1947672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Inversión inicial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9098280" y="1417320"/>
            <a:ext cx="196596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89720" y="15544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 $115K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71432" y="1947672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Ticket promedio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812280" y="2743200"/>
            <a:ext cx="196596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03720" y="2880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23/mo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885432" y="3273552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Equilibrio operativo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9098280" y="2743200"/>
            <a:ext cx="196596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89720" y="2880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50/mo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171432" y="3273552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Equilibrio + pago dueña</a:t>
            </a:r>
            <a:endParaRPr lang="en-US" sz="850" dirty="0"/>
          </a:p>
        </p:txBody>
      </p:sp>
      <p:pic>
        <p:nvPicPr>
          <p:cNvPr id="18" name="Image 0" descr="/Users/ACoolNERD/Documents/NAILS with Love by YESENIA/launch-system-9.7/approved-first-visit-off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3840480"/>
            <a:ext cx="2148840" cy="25146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y solución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71600"/>
            <a:ext cx="512064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9164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" y="22402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Traslados y tiempos de espera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9260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Experiencias poco consistentes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36118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Precios y adicionales poco claros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97280" y="42976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Demanda de privacidad y comodidad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309360" y="1371600"/>
            <a:ext cx="5120640" cy="4297680"/>
          </a:xfrm>
          <a:prstGeom prst="roundRect">
            <a:avLst/>
          </a:prstGeom>
          <a:solidFill>
            <a:srgbClr val="7A2036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69164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SOLUCIÓN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766560" y="22402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Menú claro en COP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766560" y="29260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Reserva con anticipo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766560" y="36118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Higiene visible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766560" y="42976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Experiencia boutique en casa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Servicios e ingresos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716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Oferta entrada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057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$55K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13716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5544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Semipermanente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0" y="2057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$55–80K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13716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15544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Mani + pedi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321040" y="2057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$105–150K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2004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832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Gel X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38862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$120–145K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89120" y="32004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33832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Acrílico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72000" y="38862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$135–165K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32004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33832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Eventos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321040" y="38862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desde $180K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54406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Adicionales, domicilio y complejidad se cotizan antes del anticipo.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Estrategia comercial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71600"/>
            <a:ext cx="557784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Transformaciones en Instagram/TikTok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Conversión por WhatsApp Business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 en comercios aliados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Referidos y recordatorios de mantenimiento</a:t>
            </a:r>
            <a:endParaRPr lang="en-US" sz="1700" dirty="0"/>
          </a:p>
        </p:txBody>
      </p:sp>
      <p:pic>
        <p:nvPicPr>
          <p:cNvPr id="6" name="Image 0" descr="/Users/ACoolNERD/Documents/NAILS with Love by YESENIA/launch-system-9.7/approved-booking-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234440"/>
            <a:ext cx="2651760" cy="4983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21208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Oferta a aliados: QR único + crédito COP $10K en primera visita elegible.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Uso de fondos — COP $15M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5331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Registro/legal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383280" y="13533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$650K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51960" y="1325880"/>
            <a:ext cx="849086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066544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Formación/bioseguridad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83280" y="206654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$1200K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51960" y="2039112"/>
            <a:ext cx="1567543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779776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Muebles/almacenamiento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77977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$1800K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51960" y="2752344"/>
            <a:ext cx="2351314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493008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Equipos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83280" y="34930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$1500K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51960" y="3465576"/>
            <a:ext cx="1959429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206240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Sanidad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83280" y="4206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$650K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51960" y="4178808"/>
            <a:ext cx="849086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91947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83280" y="49194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$2600K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51960" y="4892040"/>
            <a:ext cx="3396343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0" y="135331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 móvil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006840" y="13533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$750K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875520" y="1325880"/>
            <a:ext cx="979714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0" y="2066544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Marca/web/impresos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06840" y="206654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$1200K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875520" y="2039112"/>
            <a:ext cx="1567543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0" y="2779776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Pagos/software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006840" y="277977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$400K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875520" y="2752344"/>
            <a:ext cx="522514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0" y="3493008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Marketing lanzamiento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006840" y="34930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$900K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875520" y="3465576"/>
            <a:ext cx="1175657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9360" y="4206240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Capital de trabajo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006840" y="4206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$2500K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875520" y="4178808"/>
            <a:ext cx="3265714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491947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Contingencia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006840" y="49194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$850K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875520" y="4892040"/>
            <a:ext cx="1110343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Economía por cita y punto de equilibrio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$115K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0467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Ticket promedio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92608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1752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$79.4K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99923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Contribución/cita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12064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1208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$1.75M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19379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Overhead fijo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31520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0664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38835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Equilibrio operativo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50976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58291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Equilibrio + dueña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914400" y="3154680"/>
            <a:ext cx="306324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97280" y="342900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citas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97280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Ingresos $3,45M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Excedente $0,63M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17720" y="3154680"/>
            <a:ext cx="3063240" cy="1691640"/>
          </a:xfrm>
          <a:prstGeom prst="roundRect">
            <a:avLst/>
          </a:prstGeom>
          <a:solidFill>
            <a:srgbClr val="7A2036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342900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citas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800600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Ingresos $5,75M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Excedente $2,22M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321040" y="3154680"/>
            <a:ext cx="306324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0" y="342900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66 citas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503920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Ingresos $7,59M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Excedente $3,49M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828800" y="5303520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Antes de remuneración, impuestos, deuda y reinversión.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Cinco posiciones de inversión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71600"/>
          <a:ext cx="7315200" cy="384048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Posición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Aporte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Tope objetivo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Participación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Founding Supporter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$1.5M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$1.8M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10.00%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Community Partner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$2M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$2.4M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13.33%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Growth Partner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$2.5M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$3M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16.67%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Lead Partner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$4M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$4.8M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26.67%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Launch Partner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$5M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$6M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33.33%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412480" y="1600200"/>
            <a:ext cx="2834640" cy="320040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32520" y="1965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PARTICIPACIÓN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ILUSTRATIVA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732520" y="28346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12% grupo total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1.20× tope objetivo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24–36 meses estimados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77240" y="56235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garantizado. Revisión legal/tributaria. Capital accionario requiere S.A.S.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qué boutique en casa primero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Menor costo fijo que un local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más rápida al equilibrio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Experiencia controlada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Domicilio amplía el mercado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futuro basado en demanda real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92240" y="1417320"/>
            <a:ext cx="4297680" cy="347472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95160" y="17830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Señal para expandir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086600" y="25146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meses consecutivos cerca de capacidad, márgenes documentados, reserva de caja y demanda validada por zona.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Hitos e informes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44168"/>
            <a:ext cx="411480" cy="41148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44752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08760" y="132588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Validación legal y del predio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2185416"/>
            <a:ext cx="411480" cy="41148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286000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508760" y="216712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20–30 citas pagadas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" y="3026664"/>
            <a:ext cx="411480" cy="41148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127248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508760" y="3008376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Ritmo de 50 citas/mes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" y="3867912"/>
            <a:ext cx="411480" cy="41148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968496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508760" y="3849624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Historial financiero documentado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" y="4709160"/>
            <a:ext cx="411480" cy="41148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809744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508760" y="4690872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Evaluar estudio o expansión móvil</a:t>
            </a:r>
            <a:endParaRPr lang="en-US" sz="1600" dirty="0"/>
          </a:p>
        </p:txBody>
      </p:sp>
      <p:pic>
        <p:nvPicPr>
          <p:cNvPr id="20" name="Image 0" descr="/Users/ACoolNERD/Documents/NAILS with Love by YESENIA/launch-system-9.7/approved-yesenia-portra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1234440"/>
            <a:ext cx="2423160" cy="498348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Riesgos y controles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Predio/permisos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423160" y="132588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Uso del suelo y sanidad antes de clientas.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63640" y="13258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No-shows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0" y="132588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Anticipo, recordatorios y política.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Margen bajo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42316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Costeo por servicio y zona.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63640" y="27432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Capacidad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04672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Límites de agenda y protocolos.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0080" y="4160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Evento sanitario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423160" y="416052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Bioseguridad, rechazo y seguro.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63640" y="4160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 inversión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046720" y="416052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S.A.S./contrato e informe mensual.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7A20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4300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Construir primero un negocio boutique documentado—antes de asumir overhead costoso.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Nails with Love by Yesenia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914400" y="379476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+57 310 848 6630 · @nailswithlove.yesenia · CALI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778240" y="2011680"/>
            <a:ext cx="1920240" cy="1920240"/>
          </a:xfrm>
          <a:prstGeom prst="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06840" y="26517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WHATSAPP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6035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ED8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Borrador confidencial de planeación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Nails with Love by Yesenia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Nails with Love by Yesenia</dc:creator>
  <cp:lastModifiedBy>Nails with Love by Yesenia</cp:lastModifiedBy>
  <cp:revision>1</cp:revision>
  <dcterms:created xsi:type="dcterms:W3CDTF">2026-07-13T08:33:58Z</dcterms:created>
  <dcterms:modified xsi:type="dcterms:W3CDTF">2026-07-13T08:33:58Z</dcterms:modified>
</cp:coreProperties>
</file>