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7A20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0584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Una alianza que se ve bonita</a:t>
            </a:r>
            <a:endParaRPr lang="en-US" sz="3300" dirty="0"/>
          </a:p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 también convierte.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731520" y="25146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Nails with Love by Yesenia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731520" y="31546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Programa de QR y referidos para negocios de Cali</a:t>
            </a:r>
            <a:endParaRPr lang="en-US" sz="1400" dirty="0"/>
          </a:p>
        </p:txBody>
      </p:sp>
      <p:pic>
        <p:nvPicPr>
          <p:cNvPr id="5" name="Image 0" descr="/Users/ACoolNERD/Documents/NAILS with Love by YESENIA/launch-system-9.7/approved-yesenia-portra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320040"/>
            <a:ext cx="4663440" cy="6217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PROGRAMA DE ALIANZAS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Qué proponemos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71600"/>
            <a:ext cx="6400800" cy="3749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 negocio exhibe una tarjeta o stand con QR único.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clienta nueva recibe COP $10.000 en un servicio elegible.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aliado recibe COP $10.000 de crédito o promoción recíproca por cita completada.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Yesenia comparte al aliado en historias según el acuerdo.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Conciliación mensual, sin pago por cancelación o no-show.</a:t>
            </a:r>
            <a:endParaRPr lang="en-US" sz="1800" dirty="0"/>
          </a:p>
        </p:txBody>
      </p:sp>
      <p:pic>
        <p:nvPicPr>
          <p:cNvPr id="6" name="Image 0" descr="/Users/ACoolNERD/Documents/NAILS with Love by YESENIA/launch-system-9.7/approved-first-visit-off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325880"/>
            <a:ext cx="2240280" cy="44805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para aliados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Ideal para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417320"/>
            <a:ext cx="23317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764792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Boutiques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474720" y="1417320"/>
            <a:ext cx="23317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11880" y="1764792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Gimnasios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263640" y="1417320"/>
            <a:ext cx="23317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764792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Cafés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052560" y="1417320"/>
            <a:ext cx="23317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89720" y="1764792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Unidades residenciales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85800" y="2926080"/>
            <a:ext cx="23317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273552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Maquilladoras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474720" y="2926080"/>
            <a:ext cx="23317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11880" y="3273552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Estilistas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263640" y="2926080"/>
            <a:ext cx="23317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0" y="3273552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Coworkings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052560" y="2926080"/>
            <a:ext cx="23317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89720" y="3273552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Novias y eventos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188720" y="516636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Buscamos negocios con clientas locales, buena reputación y afinidad con belleza, bienestar o conveniencia.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para aliados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Cómo se mide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08760"/>
            <a:ext cx="201168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45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QR único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96112" y="2039112"/>
            <a:ext cx="1865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Escaneos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200400" y="1508760"/>
            <a:ext cx="201168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1840" y="1645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WhatsApp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273552" y="2039112"/>
            <a:ext cx="1865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Consultas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577840" y="1508760"/>
            <a:ext cx="201168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0" y="1645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Anticipos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650992" y="2039112"/>
            <a:ext cx="1865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Conversión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955280" y="1508760"/>
            <a:ext cx="201168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0" y="1645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Citas pagadas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028432" y="2039112"/>
            <a:ext cx="1865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Resultado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371600" y="39319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Reporte mensual: código, citas completadas, créditos entregados y siguiente campaña.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para aliados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Pieza para mostrador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325880"/>
            <a:ext cx="393192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7373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PRIMERA CITA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BOUTIQUE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280160" y="28803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COP $55.000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2011680" y="3657600"/>
            <a:ext cx="1737360" cy="1737360"/>
          </a:xfrm>
          <a:prstGeom prst="rect">
            <a:avLst/>
          </a:prstGeom>
          <a:solidFill>
            <a:srgbClr val="FBEEE6"/>
          </a:solidFill>
          <a:ln w="12700">
            <a:solidFill>
              <a:srgbClr val="7A203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68880" y="42976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943600" y="1508760"/>
            <a:ext cx="4572000" cy="3291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Formato A4 o 4×6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QR probado desde dos teléfonos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Código único del aliado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Condiciones visibles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 costo inicial de exhibición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para aliados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Siguiente paso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1508760"/>
            <a:ext cx="64008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Elegimos el incentivo.</a:t>
            </a:r>
            <a:endParaRPr lang="en-US" sz="2500" dirty="0"/>
          </a:p>
          <a:p>
            <a:pPr indent="0" marL="0">
              <a:buNone/>
            </a:pPr>
            <a:r>
              <a:rPr lang="en-US" sz="2500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 Creamos el QR y código.</a:t>
            </a:r>
            <a:endParaRPr lang="en-US" sz="2500" dirty="0"/>
          </a:p>
          <a:p>
            <a:pPr indent="0" marL="0">
              <a:buNone/>
            </a:pPr>
            <a:r>
              <a:rPr lang="en-US" sz="2500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 Colocamos la pieza.</a:t>
            </a:r>
            <a:endParaRPr lang="en-US" sz="2500" dirty="0"/>
          </a:p>
          <a:p>
            <a:pPr indent="0" marL="0">
              <a:buNone/>
            </a:pPr>
            <a:r>
              <a:rPr lang="en-US" sz="2500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 Revisamos resultados a 30 días.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7955280" y="18288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A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+57 310 848 6630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3A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@nailswithlove.yesenia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0" y="3246120"/>
            <a:ext cx="2011680" cy="2011680"/>
          </a:xfrm>
          <a:prstGeom prst="rect">
            <a:avLst/>
          </a:prstGeom>
          <a:solidFill>
            <a:srgbClr val="FBEEE6"/>
          </a:solidFill>
          <a:ln w="12700">
            <a:solidFill>
              <a:srgbClr val="7A203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03920" y="38862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CONTACTO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para aliados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Nails with Love by Yesenia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Nails with Love by Yesenia</dc:creator>
  <cp:lastModifiedBy>Nails with Love by Yesenia</cp:lastModifiedBy>
  <cp:revision>1</cp:revision>
  <dcterms:created xsi:type="dcterms:W3CDTF">2026-07-13T09:17:50Z</dcterms:created>
  <dcterms:modified xsi:type="dcterms:W3CDTF">2026-07-13T09:17:50Z</dcterms:modified>
</cp:coreProperties>
</file>