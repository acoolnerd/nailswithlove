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6012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Yesenia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 · Servicio móvil de uñas en Cali</a:t>
            </a:r>
            <a:endParaRPr lang="en-US" sz="1700" dirty="0"/>
          </a:p>
        </p:txBody>
      </p:sp>
      <p:pic>
        <p:nvPicPr>
          <p:cNvPr id="5" name="Image 0" descr="/Users/ACoolNERD/Documents/NAILS with Love by YESENIA/ads-with-her/02-founder-introd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365760"/>
            <a:ext cx="4480560" cy="6035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598932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4C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de conversación — cifras ilustrativas sujetas a validación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Resumen del negocio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566928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Emprendimiento personal de manicure, pedicure y extensiones a domicilio.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Mercado inicial: mujeres en Cali que buscan comodidad y atención personalizada.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 de ventas: WhatsApp; adquisición por Instagram, TikTok, referidos y alianzas.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liviano: equipo móvil, inventario controlado y citas con anticipo.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0" y="1463040"/>
            <a:ext cx="182880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67728" y="15819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$55.000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931152" y="194767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Oferta de entrada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8961120" y="1463040"/>
            <a:ext cx="182880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70848" y="15819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$95.000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9034272" y="194767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Ticket meta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58000" y="2743200"/>
            <a:ext cx="182880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67728" y="28620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31152" y="322783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961120" y="2743200"/>
            <a:ext cx="1828800" cy="82296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E9CA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70848" y="28620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034272" y="322783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Zona inicial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675120" y="4251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Diferenciador: marca personal + experiencia boutique en casa.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Problema, solución y cliente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63040"/>
            <a:ext cx="34290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Traslados, esperas y experiencias impersonales.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389120" y="1463040"/>
            <a:ext cx="3429000" cy="3520440"/>
          </a:xfrm>
          <a:prstGeom prst="roundRect">
            <a:avLst/>
          </a:prstGeom>
          <a:solidFill>
            <a:srgbClr val="7A203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SOLUCIÓN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09160" y="24231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Yesenia lleva una experiencia organizada y personalizada al hogar.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183880" y="1463040"/>
            <a:ext cx="3429000" cy="3520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03920" y="242316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Mujeres con poco tiempo, eventos, movilidad limitada o preferencia por privacidad.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Modelo de ingresos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521208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individuales en COP.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Add-ons: arte, retiro, largo, repair y desplazamiento.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Combos que aumentan el ticket promedio.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Anticipo para reducir cancelaciones y proteger agenda.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Mantenimiento cada 2–3 semanas y referidos para recurrencia.</a:t>
            </a:r>
            <a:endParaRPr lang="en-US" sz="1700" dirty="0"/>
          </a:p>
        </p:txBody>
      </p:sp>
      <p:pic>
        <p:nvPicPr>
          <p:cNvPr id="6" name="Image 0" descr="/Users/ACoolNERD/Documents/NAILS with Love by YESENIA/ads-with-her/01-first-visit-of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234440"/>
            <a:ext cx="3108960" cy="4800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Supuestos financieros de trabajo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6400800" cy="4434840"/>
        </p:xfrm>
        <a:graphic>
          <a:graphicData uri="http://schemas.openxmlformats.org/drawingml/2006/table">
            <a:tbl>
              <a:tblPr/>
              <a:tblGrid>
                <a:gridCol w="3200400"/>
                <a:gridCol w="3200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Supuesto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Escenario base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Ticket promedio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$95.000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Costo de productos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 de ventas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Transporte promedio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$12.000 por cita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Comisiones de pago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1,5% de ventas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Marketing + operación fija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COP $550.000/mes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Citas/mes al estabilizar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A242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3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>
                    <a:lnL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C7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543800" y="1645920"/>
            <a:ext cx="3429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Estos son supuestos ilustrativos. Antes de presentar una solicitud formal se deben sustituir por facturas, cotizaciones, extractos y registros reales.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635240" y="3703320"/>
            <a:ext cx="3246120" cy="1097280"/>
          </a:xfrm>
          <a:prstGeom prst="round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396849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Punto de equilibrio estimado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9 citas/mes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Escenarios mensuales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63040"/>
            <a:ext cx="3337560" cy="3429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citas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914400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mensuales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$2,28 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Excedente operativo*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$1,00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16552" y="1463040"/>
            <a:ext cx="3337560" cy="3429000"/>
          </a:xfrm>
          <a:prstGeom prst="roundRect">
            <a:avLst/>
          </a:prstGeom>
          <a:solidFill>
            <a:srgbClr val="7A2036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99432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 citas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4645152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mensuales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$3,80 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45152" y="37033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Excedente operativo*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$2,03 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47304" y="1463040"/>
            <a:ext cx="3337560" cy="34290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30184" y="17830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CRECIMIENTO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330184" y="22402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A14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 citas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8375904" y="283464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Ventas mensuales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$5,32 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75904" y="370332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Excedente operativo*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$3,06 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56235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*Antes de remuneración de la propietaria, impuestos, deuda e inversiones. Basado en los supuestos de la diapositiva anterior.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Uso propuesto de fondos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447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Equipo y esterilización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886200" y="14447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$2,2 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0" y="1408176"/>
            <a:ext cx="3803904" cy="320040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6771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Inventario inicial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86200" y="2267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$1,8 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03520" y="2231136"/>
            <a:ext cx="3072384" cy="320040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09067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Maleta y mobiliario móvil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6200" y="3090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$1,2 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3054096"/>
            <a:ext cx="2048256" cy="320040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1363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Marca, contenido y pauta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86200" y="391363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$1,3 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3877056"/>
            <a:ext cx="2194560" cy="320040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365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de trabajo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86200" y="473659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$2,0 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03520" y="4700016"/>
            <a:ext cx="3511296" cy="320040"/>
          </a:xfrm>
          <a:prstGeom prst="rect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01000" y="1645920"/>
            <a:ext cx="2743200" cy="2011680"/>
          </a:xfrm>
          <a:prstGeom prst="roundRect">
            <a:avLst/>
          </a:prstGeom>
          <a:solidFill>
            <a:srgbClr val="FBEEE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1965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INDICATIVA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COP $8,5 M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046720" y="4297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66A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Ajustar después de cotizaciones reales.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comercial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5715000" cy="3931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Lanzamiento con oferta de primera cita, sin devaluar el menú completo.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Contenido de procesos y resultados reales; consentimiento de imagen documentado.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Programa de referidos con crédito para la siguiente cita.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Alianzas con boutiques, estilistas, maquilladoras, gimnasios y eventos.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 por WhatsApp para mantenimiento y recuperación de clientas.</a:t>
            </a:r>
            <a:endParaRPr lang="en-US" sz="1700" dirty="0"/>
          </a:p>
        </p:txBody>
      </p:sp>
      <p:pic>
        <p:nvPicPr>
          <p:cNvPr id="6" name="Image 0" descr="/Users/ACoolNERD/Documents/NAILS with Love by YESENIA/ads-with-her/03-whatsapp-booking-st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234440"/>
            <a:ext cx="2651760" cy="4892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Riesgos y controles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25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Cancelaciones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Anticipo, recordatorio y política clara.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Márgenes débiles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09560" y="13258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Costeo por servicio, zona y duración.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Dependencia de una persona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limitada, protocolos y fondo de emergencia.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63640" y="27432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Salud e higiene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27432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Instrumental, desinfección y rechazo de condiciones sospechosas.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008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Demanda irregular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28600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Referidos, alianzas, combos y días de baja demanda.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6364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insuficientes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09560" y="4160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semanal de ventas, costos, citas y retención.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Hitos de los primeros 12 meses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0200" y="1554480"/>
            <a:ext cx="502920" cy="50292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03120" y="1810512"/>
            <a:ext cx="22860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0–3 meses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menú, 20+ clientas, registro de costos.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502920" cy="502920"/>
          </a:xfrm>
          <a:prstGeom prst="ellipse">
            <a:avLst/>
          </a:prstGeom>
          <a:solidFill>
            <a:srgbClr val="7A203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1810512"/>
            <a:ext cx="22860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4–6 meses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8803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citas/mes, rebooking medido, 3 alianzas.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155448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80960" y="1810512"/>
            <a:ext cx="228600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7–9 meses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17920" y="28803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Optimizar rutas y capacidad; evaluar apoyo operativo.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966960" y="155448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5256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10–12 meses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06840" y="2880360"/>
            <a:ext cx="2423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Historial financiero, cartera recurrente y plan de expansión.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Meta: construir un negocio documentado, rentable y financiable antes de asumir costos fijos de un local.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40" kern="0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NEGOCIO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Documentos que acompañan una solicitud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813816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5669280" cy="3474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/>
          <a:lstStyle/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Cédula, RUT y registro mercantil si aplica.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Extractos bancarios y evidencia de ventas.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Cotizaciones de equipo, inventario y transporte.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Portafolio real, menú y políticas.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Proyección de flujo de caja actualizada.</a:t>
            </a:r>
            <a:endParaRPr lang="en-US" sz="1700" dirty="0"/>
          </a:p>
          <a:p>
            <a:pPr marL="177800" indent="-177800">
              <a:buSzPct val="100000"/>
              <a:buChar char="•"/>
            </a:pPr>
            <a:r>
              <a:rPr lang="en-US" sz="1700" dirty="0">
                <a:solidFill>
                  <a:srgbClr val="2A24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Certificados de formación e higiene disponibles.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0" y="1463040"/>
            <a:ext cx="3291840" cy="3291840"/>
          </a:xfrm>
          <a:prstGeom prst="roundRect">
            <a:avLst/>
          </a:prstGeom>
          <a:solidFill>
            <a:srgbClr val="FBEEE6"/>
          </a:solidFill>
          <a:ln w="1524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26680" y="21031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20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confianza financiera se construye con evidencia, no solo con diseño.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6565392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76B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para bancos y aliados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8595360" y="653796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7A20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Nails with Love by Yesenia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14400" y="201168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Uñas hechas con amor, en la comodidad de tu hogar.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154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+57 310 848 6630  ·  @nailswithlove.yesenia  ·  CALI, COLOMBIA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412480" y="1828800"/>
            <a:ext cx="2011680" cy="2011680"/>
          </a:xfrm>
          <a:prstGeom prst="rect">
            <a:avLst/>
          </a:prstGeom>
          <a:solidFill>
            <a:srgbClr val="FBEEE6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41080" y="24688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7A20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WHATSAPP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303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ACool Ecosystem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Nails with Love by Yesenia</dc:title>
  <dc:subject>Business and marketing presentation</dc:subject>
  <dc:creator>Nails with Love by Yesenia</dc:creator>
  <cp:lastModifiedBy>Nails with Love by Yesenia</cp:lastModifiedBy>
  <cp:revision>1</cp:revision>
  <dcterms:created xsi:type="dcterms:W3CDTF">2026-07-13T08:46:29Z</dcterms:created>
  <dcterms:modified xsi:type="dcterms:W3CDTF">2026-07-13T08:46:29Z</dcterms:modified>
</cp:coreProperties>
</file>