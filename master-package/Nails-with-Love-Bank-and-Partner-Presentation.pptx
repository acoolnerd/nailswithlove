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A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6012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NAILS WITH LOVE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Yesenia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23317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 de negocio · Servicio móvil de uñas en Cali</a:t>
            </a:r>
            <a:endParaRPr lang="en-US" sz="1700" dirty="0"/>
          </a:p>
        </p:txBody>
      </p:sp>
      <p:pic>
        <p:nvPicPr>
          <p:cNvPr id="5" name="Image 0" descr="/Users/ACoolNERD/Documents/NAILS with Love by YESENIA/ads-with-her/02-founder-introdu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365760"/>
            <a:ext cx="4480560" cy="6035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5989320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4C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Documento de conversación — cifras ilustrativas sujetas a validación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 DE NEGOCIO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Resumen del negocio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25880"/>
            <a:ext cx="5669280" cy="32004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Emprendimiento personal de manicure, pedicure y extensiones a domicilio.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Mercado inicial: mujeres en Cali que buscan comodidad y atención personalizada.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Canal de ventas: WhatsApp; adquisición por Instagram, TikTok, referidos y alianzas.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Modelo liviano: equipo móvil, inventario controlado y citas con anticipo.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858000" y="1463040"/>
            <a:ext cx="1828800" cy="82296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E9CAC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67728" y="158191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$55.000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931152" y="1947672"/>
            <a:ext cx="16824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Oferta de entrada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961120" y="1463040"/>
            <a:ext cx="1828800" cy="82296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E9CAC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070848" y="158191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$95.000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034272" y="1947672"/>
            <a:ext cx="16824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Ticket meta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858000" y="2743200"/>
            <a:ext cx="1828800" cy="82296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E9CAC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67728" y="286207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50%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931152" y="3227832"/>
            <a:ext cx="16824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Anticipo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8961120" y="2743200"/>
            <a:ext cx="1828800" cy="82296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E9CAC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70848" y="286207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Cali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9034272" y="3227832"/>
            <a:ext cx="16824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Zona inicial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675120" y="425196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Diferenciador: marca personal + experiencia boutique en casa.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02920" y="6565392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para bancos y aliados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8595360" y="65379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 DE NEGOCIO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Problema, solución y cliente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63040"/>
            <a:ext cx="3429000" cy="3520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783080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PROBLEMA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14400" y="2423160"/>
            <a:ext cx="2788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Traslados, esperas y experiencias impersonales.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389120" y="1463040"/>
            <a:ext cx="3429000" cy="3520440"/>
          </a:xfrm>
          <a:prstGeom prst="roundRect">
            <a:avLst/>
          </a:prstGeom>
          <a:solidFill>
            <a:srgbClr val="7A2036"/>
          </a:solidFill>
          <a:ln w="15240">
            <a:solidFill>
              <a:srgbClr val="C9A2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1783080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SOLUCIÓN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709160" y="2423160"/>
            <a:ext cx="2788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Yesenia lleva una experiencia organizada y personalizada al hogar.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183880" y="1463040"/>
            <a:ext cx="3429000" cy="3520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0" y="1783080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503920" y="2423160"/>
            <a:ext cx="2788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Mujeres con poco tiempo, eventos, movilidad limitada o preferencia por privacidad.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02920" y="6565392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para bancos y aliados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8595360" y="65379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 DE NEGOCIO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Modelo de ingresos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25880"/>
            <a:ext cx="5212080" cy="34747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Servicios individuales en COP.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Add-ons: arte, retiro, largo, repair y desplazamiento.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Combos que aumentan el ticket promedio.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Anticipo para reducir cancelaciones y proteger agenda.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Mantenimiento cada 2–3 semanas y referidos para recurrencia.</a:t>
            </a:r>
            <a:endParaRPr lang="en-US" sz="1700" dirty="0"/>
          </a:p>
        </p:txBody>
      </p:sp>
      <p:pic>
        <p:nvPicPr>
          <p:cNvPr id="6" name="Image 0" descr="/Users/ACoolNERD/Documents/NAILS with Love by YESENIA/ads-with-her/01-first-visit-off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1234440"/>
            <a:ext cx="3108960" cy="4800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6565392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para bancos y aliados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8595360" y="65379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 DE NEGOCIO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Supuestos financieros de trabajo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6400800" cy="4434840"/>
        </p:xfrm>
        <a:graphic>
          <a:graphicData uri="http://schemas.openxmlformats.org/drawingml/2006/table">
            <a:tbl>
              <a:tblPr/>
              <a:tblGrid>
                <a:gridCol w="3200400"/>
                <a:gridCol w="32004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Supuesto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Escenario base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Ticket promedio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COP $95.000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Costo de productos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18% de ventas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Transporte promedio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COP $12.000 por cita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Comisiones de pago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1,5% de ventas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Marketing + operación fija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COP $550.000/mes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Citas/mes al estabilizar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40</a:t>
                      </a:r>
                      <a:endParaRPr lang="en-US" sz="13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543800" y="1645920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Estos son supuestos ilustrativos. Antes de presentar una solicitud formal se deben sustituir por facturas, cotizaciones, extractos y registros reales.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7635240" y="3703320"/>
            <a:ext cx="3246120" cy="10972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18120" y="3968496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Punto de equilibrio estimado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≈ 9 citas/mes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02920" y="6565392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para bancos y aliados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8595360" y="65379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 DE NEGOCIO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Escenarios mensuales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463040"/>
            <a:ext cx="3337560" cy="34290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783080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INICIAL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68680" y="224028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 citas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914400" y="283464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Ventas mensuales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$2,28 M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370332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Excedente operativo*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$1,00 M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16552" y="1463040"/>
            <a:ext cx="3337560" cy="3429000"/>
          </a:xfrm>
          <a:prstGeom prst="roundRect">
            <a:avLst/>
          </a:prstGeom>
          <a:solidFill>
            <a:srgbClr val="7A2036"/>
          </a:solidFill>
          <a:ln w="16510">
            <a:solidFill>
              <a:srgbClr val="C9A2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99432" y="1783080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99432" y="224028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 citas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4645152" y="283464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Ventas mensuales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$3,80 M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645152" y="370332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Excedente operativo*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$2,03 M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47304" y="1463040"/>
            <a:ext cx="3337560" cy="34290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C9A22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30184" y="1783080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CRECIMIENTO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330184" y="224028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56 citas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8375904" y="283464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Ventas mensuales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$5,32 M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375904" y="370332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Excedente operativo*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$3,06 M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14400" y="56235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66A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*Antes de remuneración de la propietaria, impuestos, deuda e inversiones. Basado en los supuestos de la diapositiva anterior.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02920" y="6565392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para bancos y aliados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8595360" y="65379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 DE NEGOCIO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Uso propuesto de fondos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444752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Equipo y esterilización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886200" y="144475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$2,2 M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303520" y="1408176"/>
            <a:ext cx="3803904" cy="320040"/>
          </a:xfrm>
          <a:prstGeom prst="rect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267712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Inventario inicial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886200" y="226771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$1,8 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303520" y="2231136"/>
            <a:ext cx="3072384" cy="320040"/>
          </a:xfrm>
          <a:prstGeom prst="rect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3090672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Maleta y mobiliario móvil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886200" y="309067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$1,2 M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303520" y="3054096"/>
            <a:ext cx="2048256" cy="320040"/>
          </a:xfrm>
          <a:prstGeom prst="rect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3913632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Marca, contenido y pauta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886200" y="391363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$1,3 M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303520" y="3877056"/>
            <a:ext cx="2194560" cy="320040"/>
          </a:xfrm>
          <a:prstGeom prst="rect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4736592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Capital de trabajo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886200" y="473659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$2,0 M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303520" y="4700016"/>
            <a:ext cx="3511296" cy="320040"/>
          </a:xfrm>
          <a:prstGeom prst="rect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001000" y="1645920"/>
            <a:ext cx="2743200" cy="2011680"/>
          </a:xfrm>
          <a:prstGeom prst="roundRect">
            <a:avLst/>
          </a:prstGeom>
          <a:solidFill>
            <a:srgbClr val="FBEEE6"/>
          </a:solidFill>
          <a:ln w="15240">
            <a:solidFill>
              <a:srgbClr val="C9A22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75320" y="196596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SOLICITUD INDICATIVA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229600" y="2560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COP $8,5 M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8046720" y="42976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66A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Ajustar después de cotizaciones reales.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02920" y="6565392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para bancos y aliados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8595360" y="65379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 DE NEGOCIO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Estrategia comercial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371600"/>
            <a:ext cx="5715000" cy="39319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Lanzamiento con oferta de primera cita, sin devaluar el menú completo.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Contenido de procesos y resultados reales; consentimiento de imagen documentado.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Programa de referidos con crédito para la siguiente cita.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Alianzas con boutiques, estilistas, maquilladoras, gimnasios y eventos.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Seguimiento por WhatsApp para mantenimiento y recuperación de clientas.</a:t>
            </a:r>
            <a:endParaRPr lang="en-US" sz="1700" dirty="0"/>
          </a:p>
        </p:txBody>
      </p:sp>
      <p:pic>
        <p:nvPicPr>
          <p:cNvPr id="6" name="Image 0" descr="/Users/ACoolNERD/Documents/NAILS with Love by YESENIA/ads-with-her/03-whatsapp-booking-st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234440"/>
            <a:ext cx="2651760" cy="4892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6565392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para bancos y aliados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8595360" y="65379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 DE NEGOCIO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Riesgos y controles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2588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Cancelaciones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286000" y="13258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Anticipo, recordatorio y política clara.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263640" y="132588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Márgenes débiles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909560" y="13258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Costeo por servicio, zona y duración.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40080" y="27432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Dependencia de una persona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286000" y="27432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Agenda limitada, protocolos y fondo de emergencia.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263640" y="27432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Salud e higiene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909560" y="27432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Instrumental, desinfección y rechazo de condiciones sospechosas.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40080" y="416052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Demanda irregular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286000" y="416052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Referidos, alianzas, combos y días de baja demanda.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263640" y="416052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Datos insuficientes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909560" y="416052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 semanal de ventas, costos, citas y retención.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02920" y="6565392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para bancos y aliados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8595360" y="65379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 DE NEGOCIO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Hitos de los primeros 12 meses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00200" y="1554480"/>
            <a:ext cx="502920" cy="502920"/>
          </a:xfrm>
          <a:prstGeom prst="ellipse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03120" y="1810512"/>
            <a:ext cx="228600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23317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0–3 meses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2880360"/>
            <a:ext cx="2423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Validar menú, 20+ clientas, registro de costos.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89120" y="1554480"/>
            <a:ext cx="502920" cy="502920"/>
          </a:xfrm>
          <a:prstGeom prst="ellipse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92040" y="1810512"/>
            <a:ext cx="228600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4720" y="23317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4–6 meses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429000" y="2880360"/>
            <a:ext cx="2423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40 citas/mes, rebooking medido, 3 alianzas.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178040" y="1554480"/>
            <a:ext cx="502920" cy="50292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680960" y="1810512"/>
            <a:ext cx="228600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63640" y="23317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7–9 meses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217920" y="2880360"/>
            <a:ext cx="2423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Optimizar rutas y capacidad; evaluar apoyo operativo.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966960" y="1554480"/>
            <a:ext cx="502920" cy="50292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52560" y="23317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10–12 meses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006840" y="2880360"/>
            <a:ext cx="2423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Historial financiero, cartera recurrente y plan de expansión.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914400" y="521208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Meta: construir un negocio documentado, rentable y financiable antes de asumir costos fijos de un local.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502920" y="6565392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para bancos y aliados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8595360" y="65379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 DE NEGOCIO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Documentos que acompañan una solicitud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71600"/>
            <a:ext cx="5669280" cy="34747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Cédula, RUT y registro mercantil si aplica.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Extractos bancarios y evidencia de ventas.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Cotizaciones de equipo, inventario y transporte.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Portafolio real, menú y políticas.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Proyección de flujo de caja actualizada.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Certificados de formación e higiene disponibles.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0" y="1463040"/>
            <a:ext cx="3291840" cy="3291840"/>
          </a:xfrm>
          <a:prstGeom prst="roundRect">
            <a:avLst/>
          </a:prstGeom>
          <a:solidFill>
            <a:srgbClr val="FBEEE6"/>
          </a:solidFill>
          <a:ln w="15240">
            <a:solidFill>
              <a:srgbClr val="C9A2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26680" y="2103120"/>
            <a:ext cx="2468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confianza financiera se construye con evidencia, no solo con diseño.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02920" y="6565392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para bancos y aliados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8595360" y="65379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7A20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14300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Nails with Love by Yesenia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914400" y="201168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Uñas hechas con amor, en la comodidad de tu hogar.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315468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+57 310 848 6630  ·  @nailswithlove.yesenia  ·  CALI, COLOMBIA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412480" y="1828800"/>
            <a:ext cx="2011680" cy="2011680"/>
          </a:xfrm>
          <a:prstGeom prst="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41080" y="24688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WHATSAPP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5303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Gracias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ACool Ecosystem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Nails with Love by Yesenia</dc:title>
  <dc:subject>Business and marketing presentation</dc:subject>
  <dc:creator>Nails with Love by Yesenia</dc:creator>
  <cp:lastModifiedBy>Nails with Love by Yesenia</cp:lastModifiedBy>
  <cp:revision>1</cp:revision>
  <dcterms:created xsi:type="dcterms:W3CDTF">2026-07-13T08:33:57Z</dcterms:created>
  <dcterms:modified xsi:type="dcterms:W3CDTF">2026-07-13T08:33:57Z</dcterms:modified>
</cp:coreProperties>
</file>