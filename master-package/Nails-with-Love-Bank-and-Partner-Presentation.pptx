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601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 · Servicio móvil de uñas en Cali</a:t>
            </a:r>
            <a:endParaRPr lang="en-US" sz="1700" dirty="0"/>
          </a:p>
        </p:txBody>
      </p:sp>
      <p:pic>
        <p:nvPicPr>
          <p:cNvPr id="5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365760"/>
            <a:ext cx="4480560" cy="6035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8932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4C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 de conversación — cifras ilustrativas sujetas a validación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Resumen del negocio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Emprendimiento personal de manicure, pedicure y extensiones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inicial: mujeres en Cali que buscan comodidad y atención personalizada.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Canal de ventas: WhatsApp; adquisición por Instagram, TikTok, referidos y alianzas.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liviano: equipo móvil, inventario controlado y citas con anticipo.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0" y="146304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$55.000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931152" y="194767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de entrada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961120" y="146304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7084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$95.000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34272" y="194767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meta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58000" y="274320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8620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931152" y="322783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961120" y="274320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8620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34272" y="322783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inicial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75120" y="4251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Diferenciador: marca personal + experiencia boutique en casa.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Problema, solución y cliente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3429000" cy="3520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Traslados, esperas y experiencias impersonales.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429000" cy="35204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0916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Yesenia lleva una experiencia organizada y personalizada al hogar.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83880" y="1463040"/>
            <a:ext cx="3429000" cy="3520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0392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Mujeres con poco tiempo, eventos, movilidad limitada o preferencia por privacidad.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ingresos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212080" cy="3474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individuales en COP.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Add-ons: arte, retiro, largo, repair y desplazamiento.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Combos que aumentan el ticket promedio.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 para reducir cancelaciones y proteger agenda.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cada 2–3 semanas y referidos para recurrencia.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34440"/>
            <a:ext cx="3108960" cy="4800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Supuestos financieros de trabajo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6400800" cy="443484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Supuesto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Escenario base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Ticket promedio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$95.000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Costo de productos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18% de ventas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Transporte promedio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$12.000 por cita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Comisiones de pago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1,5% de ventas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+ operación fija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$550.000/mes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Citas/mes al estabilizar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543800" y="164592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Estos son supuestos ilustrativos. Antes de presentar una solicitud formal se deben sustituir por facturas, cotizaciones, extractos y registros reales.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635240" y="3703320"/>
            <a:ext cx="3246120" cy="10972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8120" y="3968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equilibrio estimado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9 citas/mes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Escenarios mensuales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63040"/>
            <a:ext cx="3337560" cy="3429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citas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$2,28 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$1,00 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16552" y="1463040"/>
            <a:ext cx="3337560" cy="3429000"/>
          </a:xfrm>
          <a:prstGeom prst="roundRect">
            <a:avLst/>
          </a:prstGeom>
          <a:solidFill>
            <a:srgbClr val="7A2036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99432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citas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45152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$3,80 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45152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$2,03 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47304" y="1463040"/>
            <a:ext cx="3337560" cy="3429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CRECIMIENTO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30184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citas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75904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$5,32 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75904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$3,06 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*Antes de remuneración de la propietaria, impuestos, deuda e inversiones. Basado en los supuestos de la diapositiva anterior.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propuesto de fondos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4475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 y esterilización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4447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$2,2 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0" y="1408176"/>
            <a:ext cx="3803904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677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Inventario inicial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2677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$1,8 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2231136"/>
            <a:ext cx="3072384" cy="320040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09067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Maleta y mobiliario móvil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86200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$1,2 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03520" y="3054096"/>
            <a:ext cx="2048256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136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Marca, contenido y pauta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39136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$1,3 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03520" y="3877056"/>
            <a:ext cx="2194560" cy="320040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7365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de trabajo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86200" y="47365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$2,0 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03520" y="4700016"/>
            <a:ext cx="3511296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01000" y="1645920"/>
            <a:ext cx="2743200" cy="2011680"/>
          </a:xfrm>
          <a:prstGeom prst="roundRect">
            <a:avLst/>
          </a:prstGeom>
          <a:solidFill>
            <a:srgbClr val="FBEEE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965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SOLICITUD INDICATIVA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$8,5 M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0467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 después de cotizaciones reales.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comercial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715000" cy="3931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Lanzamiento con oferta de primera cita, sin devaluar el menú completo.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 de procesos y resultados reales; consentimiento de imagen documentado.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referidos con crédito para la siguiente cita.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Alianzas con boutiques, estilistas, maquilladoras, gimnasios y eventos.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por WhatsApp para mantenimiento y recuperación de clientas.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2651760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controles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Cancelaciones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Anticipo, recordatorio y política clara.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Márgenes débiles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0956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Costeo por servicio, zona y duración.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Dependencia de una persona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2743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Agenda limitada, protocolos y fondo de emergencia.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Salud e higiene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2743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Instrumental, desinfección y rechazo de condiciones sospechosas.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Demanda irregular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86000" y="4160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Referidos, alianzas, combos y días de baja demanda.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insuficientes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09560" y="4160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semanal de ventas, costos, citas y retención.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Hitos de los primeros 12 meses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554480"/>
            <a:ext cx="502920" cy="50292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0312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0–3 meses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menú, 20+ clientas, registro de costos.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502920" cy="50292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4–6 meses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citas/mes, rebooking medido, 3 alianzas.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78040" y="155448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7–9 meses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Optimizar rutas y capacidad; evaluar apoyo operativo.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966960" y="155448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10–12 meses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0684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 financiero, cartera recurrente y plan de expansión.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52120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Meta: construir un negocio documentado, rentable y financiable antes de asumir costos fijos de un local.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Documentos que acompañan una solicitud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5669280" cy="3474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Cédula, RUT y registro mercantil si aplica.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Extractos bancarios y evidencia de ventas.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Cotizaciones de equipo, inventario y transporte.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real, menú y políticas.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Proyección de flujo de caja actualizada.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Certificados de formación e higiene disponibles.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0" y="1463040"/>
            <a:ext cx="3291840" cy="3291840"/>
          </a:xfrm>
          <a:prstGeom prst="roundRect">
            <a:avLst/>
          </a:prstGeom>
          <a:solidFill>
            <a:srgbClr val="FBEEE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26680" y="21031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confianza financiera se construye con evidencia, no solo con diseño.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Uñas hechas con amor, en la comodidad de tu hogar.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 ·  @nailswithlove.yesenia  ·  CALI, COLOMBIA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0" y="1828800"/>
            <a:ext cx="2011680" cy="201168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41080" y="2468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ACool Ecosystem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Nails with Love by Yesenia</dc:title>
  <dc:subject>Business and marketing presentation</dc:subject>
  <dc:creator>Nails with Love by Yesenia</dc:creator>
  <cp:lastModifiedBy>Nails with Love by Yesenia</cp:lastModifiedBy>
  <cp:revision>1</cp:revision>
  <dcterms:created xsi:type="dcterms:W3CDTF">2026-07-13T09:17:49Z</dcterms:created>
  <dcterms:modified xsi:type="dcterms:W3CDTF">2026-07-13T09:17:49Z</dcterms:modified>
</cp:coreProperties>
</file>