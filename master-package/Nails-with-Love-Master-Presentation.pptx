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441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· Servicios · Ventas · WhatsApp · Crecimiento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514600"/>
            <a:ext cx="2651760" cy="347472"/>
          </a:xfrm>
          <a:prstGeom prst="roundRect">
            <a:avLst>
              <a:gd name="adj" fmla="val 21053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7860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A DOMICILIO EN CALI</a:t>
            </a:r>
            <a:endParaRPr lang="en-US" sz="1000" dirty="0"/>
          </a:p>
        </p:txBody>
      </p:sp>
      <p:pic>
        <p:nvPicPr>
          <p:cNvPr id="7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754880" cy="6217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6035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D6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maestra · Julio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oportunidad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502920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Clientas que valoran comodidad, privacidad y ahorro de tiempo.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móvil con inversión inicial menor que un salón tradicional.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Reservas directas por WhatsApp y contenido social como motor de demanda.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Posicionamiento personal: la clienta conoce a Yesenia, no a una marca genérica.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34440"/>
            <a:ext cx="297180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146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243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domicilio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877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principal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343400" y="4892040"/>
            <a:ext cx="13716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3128" y="501091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416552" y="5376672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Identidad y promesa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“Uñas hechas con amor, en la comodidad de tu hogar.”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4389120" cy="2560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y cercana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Higiene visible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claros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Diseños a tu estilo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después de la cita</a:t>
            </a:r>
            <a:endParaRPr lang="en-US" sz="1600" dirty="0"/>
          </a:p>
        </p:txBody>
      </p:sp>
      <p:pic>
        <p:nvPicPr>
          <p:cNvPr id="7" name="Image 0" descr="/Users/ACoolNERD/Documents/NAILS with Love by YESENIA/concept-board-blush-bout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25880"/>
            <a:ext cx="553212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5074920"/>
            <a:ext cx="713232" cy="457200"/>
          </a:xfrm>
          <a:prstGeom prst="rect">
            <a:avLst/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69480" y="5074920"/>
            <a:ext cx="713232" cy="457200"/>
          </a:xfrm>
          <a:prstGeom prst="rect">
            <a:avLst/>
          </a:prstGeom>
          <a:solidFill>
            <a:srgbClr val="FBEEE6"/>
          </a:solidFill>
          <a:ln w="12700">
            <a:solidFill>
              <a:srgbClr val="FBE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138160" y="5074920"/>
            <a:ext cx="713232" cy="4572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6840" y="5074920"/>
            <a:ext cx="713232" cy="457200"/>
          </a:xfrm>
          <a:prstGeom prst="rect">
            <a:avLst/>
          </a:prstGeom>
          <a:solidFill>
            <a:srgbClr val="FFF9F5"/>
          </a:solidFill>
          <a:ln w="12700">
            <a:solidFill>
              <a:srgbClr val="FFF9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0" y="5074920"/>
            <a:ext cx="713232" cy="457200"/>
          </a:xfrm>
          <a:prstGeom prst="rect">
            <a:avLst/>
          </a:prstGeom>
          <a:solidFill>
            <a:srgbClr val="3A1420"/>
          </a:solidFill>
          <a:ln w="12700">
            <a:solidFill>
              <a:srgbClr val="3A14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propuesto en COP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5943600" cy="452628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Servicio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Precio propuesto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Primera cita boutique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semipermanente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premium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$105.000–125.000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Pedicure básica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Combo manicure + pedicure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$150.000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Babyboomer / builder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$110.000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Gel X / soft gel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$120.000–145.000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Acrílico completo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$135.000–165.000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995160" y="1508760"/>
            <a:ext cx="4297680" cy="18288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 comercial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60920" y="2240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y cobrar en COP.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Cotizar arte, retiro, largo y desplazamiento antes del anticipo.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086600" y="3886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sujetos a validación de costos, tiempo y zona.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Promociones que convierten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 CLIENTA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$55.000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VENDIDO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consentida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$150.000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Trae una amiga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868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$15.000 crédito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SEMANA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9224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Martes y miércoles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off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experiencia de reserva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Descubrir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Instagram, referencia o QR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0712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07792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Cotizar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Servicio, diseño, barrio y retiro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99432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78424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78424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75504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02352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Horario + 50% de anticipo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67144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46136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46136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43216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70064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Montaje limpio y servicio personal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34856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13848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13848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10928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37776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Gracias, reseña y mantenimiento</a:t>
            </a:r>
            <a:endParaRPr lang="en-US" sz="1050" dirty="0"/>
          </a:p>
        </p:txBody>
      </p:sp>
      <p:pic>
        <p:nvPicPr>
          <p:cNvPr id="29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3749040"/>
            <a:ext cx="1874520" cy="27432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492240" y="42519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Automatizar lo repetitivo; mantener humana la conversación.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Contenido y anuncios en español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2880360" cy="4480560"/>
          </a:xfrm>
          <a:prstGeom prst="rect">
            <a:avLst/>
          </a:prstGeom>
        </p:spPr>
      </p:pic>
      <p:pic>
        <p:nvPicPr>
          <p:cNvPr id="6" name="Image 1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234440"/>
            <a:ext cx="2880360" cy="4480560"/>
          </a:xfrm>
          <a:prstGeom prst="rect">
            <a:avLst/>
          </a:prstGeom>
        </p:spPr>
      </p:pic>
      <p:pic>
        <p:nvPicPr>
          <p:cNvPr id="7" name="Image 2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2523744" cy="44805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444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3891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3609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lanzamiento: 30 días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57400" y="152704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25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Configurar WhatsApp, menú, políticas y cobertura.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262432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Fotografiar 8–12 trabajos reales y publicar presentación.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372160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3520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Activar oferta de primera cita y programa de referidos.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709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481888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4617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reservas, ticket, rebooking y ajustar horarios/precios.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9728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700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conversaciones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7043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inicial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videos/semana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2219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de citas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7395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Indicadores de control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Conversaciones nuevas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5371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Anticipos ÷ consultas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9244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Asistencia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5703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realizadas ÷ anticipos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Ticket promedio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039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÷ citas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Retención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5371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repetidas ÷ clientas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9244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Referidos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5703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Nuevas clientas por recomendación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88720" y="56235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decisión de aumentar publicidad debe basarse en reservas rentables, no en “likes”.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Materiales de punto de venta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937760" cy="2834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Tarjeta de presentación con WhatsApp y QR.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Counter stand A4 con oferta, proceso y CTA.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Menú digital para WhatsApp Business.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Historias destacadas: Servicios, Precios, Diseños, Opiniones y Agenda.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1325880"/>
            <a:ext cx="402336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95160" y="24231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hechas con amor,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comodidad de tu hogar.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333756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Próximas decisiones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6858000" cy="3291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número de WhatsApp (+57), Instagram y barrios de cobertura.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precios con costos reales de producto, tiempo y transporte.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horarios, medios de pago y política de reprogramación.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Sustituir el QR placeholder por un enlace wa.me probado.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fotografías reales de trabajos terminados para prueba social.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566160" y="5303520"/>
            <a:ext cx="4572000" cy="347472"/>
          </a:xfrm>
          <a:prstGeom prst="roundRect">
            <a:avLst>
              <a:gd name="adj" fmla="val 21053"/>
            </a:avLst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1880" y="536752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PARA PERSONALIZAR Y LANZAR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2026-07-13T09:26:01Z</dcterms:created>
  <dcterms:modified xsi:type="dcterms:W3CDTF">2026-07-13T09:26:01Z</dcterms:modified>
</cp:coreProperties>
</file>