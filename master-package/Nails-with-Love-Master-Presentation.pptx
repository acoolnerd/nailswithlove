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44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Yesenia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· Servicios · Ventas · WhatsApp · Crecimiento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786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UÑAS A DOMICILIO EN CALI</a:t>
            </a:r>
            <a:endParaRPr lang="en-US" sz="1000" dirty="0"/>
          </a:p>
        </p:txBody>
      </p:sp>
      <p:pic>
        <p:nvPicPr>
          <p:cNvPr id="7" name="Image 0" descr="/Users/ACoolNERD/Documents/NAILS with Love by YESENIA/ads-with-her/02-founder-int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20040"/>
            <a:ext cx="4754880" cy="6217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035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maestra · Julio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oportunidad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02920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Clientas que valoran comodidad, privacidad y ahorro de tiempo.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móvil con inversión inicial menor que un salón tradicional.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Reservas directas por WhatsApp y contenido social como motor de demanda.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Posicionamiento personal: la clienta conoce a Yesenia, no a una marca genérica.</a:t>
            </a:r>
            <a:endParaRPr lang="en-US" sz="1700" dirty="0"/>
          </a:p>
        </p:txBody>
      </p:sp>
      <p:pic>
        <p:nvPicPr>
          <p:cNvPr id="6" name="Image 0" descr="/Users/ACoolNERD/Documents/NAILS with Love by YESENIA/ads-with-her/01-first-visit-o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34440"/>
            <a:ext cx="297180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892040"/>
            <a:ext cx="164592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50109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$55.000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8952" y="537667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de entrada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14600" y="4892040"/>
            <a:ext cx="164592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24328" y="50109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domicilio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87752" y="537667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principal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343400" y="4892040"/>
            <a:ext cx="137160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53128" y="501091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416552" y="5376672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 inicial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 y promesa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“Uñas hechas con amor, en la comodidad de tu hogar.”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38912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y cercana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Higiene visible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 claros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Diseños a tu estilo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después de la cita</a:t>
            </a:r>
            <a:endParaRPr lang="en-US" sz="1600" dirty="0"/>
          </a:p>
        </p:txBody>
      </p:sp>
      <p:pic>
        <p:nvPicPr>
          <p:cNvPr id="7" name="Image 0" descr="/Users/ACoolNERD/Documents/NAILS with Love by YESENIA/concept-board-blush-bout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25880"/>
            <a:ext cx="553212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5074920"/>
            <a:ext cx="713232" cy="457200"/>
          </a:xfrm>
          <a:prstGeom prst="rect">
            <a:avLst/>
          </a:prstGeom>
          <a:solidFill>
            <a:srgbClr val="7A2036"/>
          </a:solidFill>
          <a:ln w="12700">
            <a:solidFill>
              <a:srgbClr val="7A203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5074920"/>
            <a:ext cx="713232" cy="457200"/>
          </a:xfrm>
          <a:prstGeom prst="rect">
            <a:avLst/>
          </a:prstGeom>
          <a:solidFill>
            <a:srgbClr val="FBEEE6"/>
          </a:solidFill>
          <a:ln w="12700">
            <a:solidFill>
              <a:srgbClr val="FBEE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38160" y="5074920"/>
            <a:ext cx="71323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006840" y="5074920"/>
            <a:ext cx="713232" cy="457200"/>
          </a:xfrm>
          <a:prstGeom prst="rect">
            <a:avLst/>
          </a:prstGeom>
          <a:solidFill>
            <a:srgbClr val="FFF9F5"/>
          </a:solidFill>
          <a:ln w="12700">
            <a:solidFill>
              <a:srgbClr val="FFF9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0" y="5074920"/>
            <a:ext cx="713232" cy="457200"/>
          </a:xfrm>
          <a:prstGeom prst="rect">
            <a:avLst/>
          </a:prstGeom>
          <a:solidFill>
            <a:srgbClr val="3A1420"/>
          </a:solidFill>
          <a:ln w="12700">
            <a:solidFill>
              <a:srgbClr val="3A14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Menú propuesto en COP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5943600" cy="452628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Servicio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Precio propuesto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Primera cita boutique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$55.000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Manicure semipermanente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$80.000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Manicure premium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$105.000–125.000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Pedicure básica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$80.000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Combo manicure + pedicure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$150.000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Babyboomer / builder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$110.000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Gel X / soft gel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$120.000–145.000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Acrílico completo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$135.000–165.000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95160" y="1508760"/>
            <a:ext cx="4297680" cy="182880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 comercial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6092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y cobrar en COP.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Cotizar arte, retiro, largo y desplazamiento antes del anticipo.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8660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6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 sujetos a validación de costos, tiempo y zona.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Promociones que convierten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074920" cy="1691640"/>
          </a:xfrm>
          <a:prstGeom prst="roundRect">
            <a:avLst/>
          </a:prstGeom>
          <a:solidFill>
            <a:srgbClr val="7A203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 CLIENTA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Primera cita boutique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$55.000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08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VENDIDO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 consentida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$150.000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REFERIDOS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Trae una amiga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$15.000 crédito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SEMANA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Martes y miércoles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45720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off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experiencia de reserva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600200"/>
            <a:ext cx="658368" cy="658368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922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Descubrir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Instagram, referencia o QR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1810512"/>
            <a:ext cx="365760" cy="256032"/>
          </a:xfrm>
          <a:prstGeom prst="chevron">
            <a:avLst/>
          </a:prstGeom>
          <a:solidFill>
            <a:srgbClr val="F5DED9"/>
          </a:solidFill>
          <a:ln w="12700">
            <a:solidFill>
              <a:srgbClr val="F5D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600200"/>
            <a:ext cx="658368" cy="658368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7922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Cotizar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Servicio, diseño, barrio y retiro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9432" y="1810512"/>
            <a:ext cx="365760" cy="256032"/>
          </a:xfrm>
          <a:prstGeom prst="chevron">
            <a:avLst/>
          </a:prstGeom>
          <a:solidFill>
            <a:srgbClr val="F5DED9"/>
          </a:solidFill>
          <a:ln w="12700">
            <a:solidFill>
              <a:srgbClr val="F5D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1600200"/>
            <a:ext cx="658368" cy="658368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8424" y="17922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75504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02352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Horario + 50% de anticipo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67144" y="1810512"/>
            <a:ext cx="365760" cy="256032"/>
          </a:xfrm>
          <a:prstGeom prst="chevron">
            <a:avLst/>
          </a:prstGeom>
          <a:solidFill>
            <a:srgbClr val="F5DED9"/>
          </a:solidFill>
          <a:ln w="12700">
            <a:solidFill>
              <a:srgbClr val="F5DE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46136" y="160020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46136" y="17922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43216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70064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Montaje limpio y servicio personal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34856" y="1810512"/>
            <a:ext cx="365760" cy="256032"/>
          </a:xfrm>
          <a:prstGeom prst="chevron">
            <a:avLst/>
          </a:prstGeom>
          <a:solidFill>
            <a:srgbClr val="F5DED9"/>
          </a:solidFill>
          <a:ln w="12700">
            <a:solidFill>
              <a:srgbClr val="F5DE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3848" y="160020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13848" y="17922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10928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37776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Gracias, reseña y mantenimiento</a:t>
            </a:r>
            <a:endParaRPr lang="en-US" sz="1050" dirty="0"/>
          </a:p>
        </p:txBody>
      </p:sp>
      <p:pic>
        <p:nvPicPr>
          <p:cNvPr id="29" name="Image 0" descr="/Users/ACoolNERD/Documents/NAILS with Love by YESENIA/ads-with-her/03-whatsapp-booking-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3749040"/>
            <a:ext cx="1874520" cy="2743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492240" y="4251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Automatizar lo repetitivo; mantener humana la conversación.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y anuncios en español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pic>
        <p:nvPicPr>
          <p:cNvPr id="5" name="Image 0" descr="/Users/ACoolNERD/Documents/NAILS with Love by YESENIA/ads-with-her/02-founder-int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880360" cy="4480560"/>
          </a:xfrm>
          <a:prstGeom prst="rect">
            <a:avLst/>
          </a:prstGeom>
        </p:spPr>
      </p:pic>
      <p:pic>
        <p:nvPicPr>
          <p:cNvPr id="6" name="Image 1" descr="/Users/ACoolNERD/Documents/NAILS with Love by YESENIA/ads-with-her/01-first-visit-off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234440"/>
            <a:ext cx="2880360" cy="4480560"/>
          </a:xfrm>
          <a:prstGeom prst="rect">
            <a:avLst/>
          </a:prstGeom>
        </p:spPr>
      </p:pic>
      <p:pic>
        <p:nvPicPr>
          <p:cNvPr id="7" name="Image 2" descr="/Users/ACoolNERD/Documents/NAILS with Love by YESENIA/ads-with-her/03-whatsapp-booking-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34440"/>
            <a:ext cx="2523744" cy="4480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5897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389120" y="5897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360920" y="5897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lanzamiento: 30 días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57400" y="1527048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325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WhatsApp, menú, políticas y cobertura.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2624328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423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Fotografiar 8–12 trabajos reales y publicar presentación.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57400" y="3721608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520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Activar oferta de primera cita y programa de referidos.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57400" y="4818888"/>
            <a:ext cx="5486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reservas, ticket, rebooking y ajustar horarios/precios.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5486400"/>
            <a:ext cx="233172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560527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 conversaciones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70432" y="597103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inicial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0" y="5486400"/>
            <a:ext cx="233172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560527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videos/semana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22192" y="597103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0" y="5486400"/>
            <a:ext cx="233172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560527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de citas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73952" y="597103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de control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CE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075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Conversaciones nuevas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C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53712" y="2075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Anticipos ÷ consultas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CE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Asistencia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57032" y="2075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Citas realizadas ÷ anticipos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CE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promedio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÷ citas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2918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CE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53712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Citas repetidas ÷ clientas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32918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CE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Referidos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57032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Nuevas clientas por recomendación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5623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decisión de aumentar publicidad debe basarse en reservas rentables, no en “likes”.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Materiales de punto de venta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93776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presentación con WhatsApp y QR.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 stand A4 con oferta, proceso y CTA.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 digital para WhatsApp Business.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Historias destacadas: Servicios, Precios, Diseños, Opiniones y Agenda.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40233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TU CITA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9516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Uñas hechas con amor,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comodidad de tu hogar.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3337560"/>
            <a:ext cx="1920240" cy="1920240"/>
          </a:xfrm>
          <a:prstGeom prst="rect">
            <a:avLst/>
          </a:prstGeom>
          <a:solidFill>
            <a:srgbClr val="FBEEE6"/>
          </a:solidFill>
          <a:ln w="12700">
            <a:solidFill>
              <a:srgbClr val="7A20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Próximas decisiones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685800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número de WhatsApp (+57), Instagram y barrios de cobertura.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precios con costos reales de producto, tiempo y transporte.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horarios, medios de pago y política de reprogramación.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Sustituir el QR placeholder por un enlace wa.me probado.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fotografías reales de trabajos terminados para prueba social.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566160" y="5303520"/>
            <a:ext cx="4572000" cy="347472"/>
          </a:xfrm>
          <a:prstGeom prst="roundRect">
            <a:avLst>
              <a:gd name="adj" fmla="val 21053"/>
            </a:avLst>
          </a:prstGeom>
          <a:solidFill>
            <a:srgbClr val="7A2036"/>
          </a:solidFill>
          <a:ln w="12700">
            <a:solidFill>
              <a:srgbClr val="7A2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5367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PARA PERSONALIZAR Y LANZAR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presentation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ACool Ecosystem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Nails with Love by Yesenia</dc:title>
  <dc:subject>Business and marketing presentation</dc:subject>
  <dc:creator>Nails with Love by Yesenia</dc:creator>
  <cp:lastModifiedBy>Nails with Love by Yesenia</cp:lastModifiedBy>
  <cp:revision>1</cp:revision>
  <dcterms:created xsi:type="dcterms:W3CDTF">2026-07-13T09:17:49Z</dcterms:created>
  <dcterms:modified xsi:type="dcterms:W3CDTF">2026-07-13T09:17:49Z</dcterms:modified>
</cp:coreProperties>
</file>